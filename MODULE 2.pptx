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0"/>
  </p:notesMasterIdLst>
  <p:handoutMasterIdLst>
    <p:handoutMasterId r:id="rId61"/>
  </p:handoutMasterIdLst>
  <p:sldIdLst>
    <p:sldId id="317" r:id="rId5"/>
    <p:sldId id="307" r:id="rId6"/>
    <p:sldId id="309" r:id="rId7"/>
    <p:sldId id="308" r:id="rId8"/>
    <p:sldId id="278" r:id="rId9"/>
    <p:sldId id="263" r:id="rId10"/>
    <p:sldId id="318" r:id="rId11"/>
    <p:sldId id="319" r:id="rId12"/>
    <p:sldId id="310" r:id="rId13"/>
    <p:sldId id="320" r:id="rId14"/>
    <p:sldId id="311" r:id="rId15"/>
    <p:sldId id="312" r:id="rId16"/>
    <p:sldId id="316" r:id="rId17"/>
    <p:sldId id="314" r:id="rId18"/>
    <p:sldId id="315" r:id="rId19"/>
    <p:sldId id="304" r:id="rId20"/>
    <p:sldId id="321" r:id="rId21"/>
    <p:sldId id="322" r:id="rId22"/>
    <p:sldId id="323" r:id="rId23"/>
    <p:sldId id="324" r:id="rId24"/>
    <p:sldId id="325" r:id="rId25"/>
    <p:sldId id="327" r:id="rId26"/>
    <p:sldId id="326" r:id="rId27"/>
    <p:sldId id="329" r:id="rId28"/>
    <p:sldId id="328" r:id="rId29"/>
    <p:sldId id="330" r:id="rId30"/>
    <p:sldId id="340" r:id="rId31"/>
    <p:sldId id="331" r:id="rId32"/>
    <p:sldId id="332" r:id="rId33"/>
    <p:sldId id="333" r:id="rId34"/>
    <p:sldId id="334" r:id="rId35"/>
    <p:sldId id="339" r:id="rId36"/>
    <p:sldId id="335" r:id="rId37"/>
    <p:sldId id="336" r:id="rId38"/>
    <p:sldId id="338" r:id="rId39"/>
    <p:sldId id="337" r:id="rId40"/>
    <p:sldId id="341" r:id="rId41"/>
    <p:sldId id="342" r:id="rId42"/>
    <p:sldId id="353" r:id="rId43"/>
    <p:sldId id="343" r:id="rId44"/>
    <p:sldId id="344" r:id="rId45"/>
    <p:sldId id="345" r:id="rId46"/>
    <p:sldId id="347" r:id="rId47"/>
    <p:sldId id="346" r:id="rId48"/>
    <p:sldId id="348" r:id="rId49"/>
    <p:sldId id="349" r:id="rId50"/>
    <p:sldId id="350" r:id="rId51"/>
    <p:sldId id="351" r:id="rId52"/>
    <p:sldId id="352" r:id="rId53"/>
    <p:sldId id="354" r:id="rId54"/>
    <p:sldId id="355" r:id="rId55"/>
    <p:sldId id="356" r:id="rId56"/>
    <p:sldId id="357" r:id="rId57"/>
    <p:sldId id="358" r:id="rId58"/>
    <p:sldId id="359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8/10/relationships/authors" Target="authors.xml"/><Relationship Id="rId5" Type="http://schemas.openxmlformats.org/officeDocument/2006/relationships/slide" Target="slides/slide1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071D4B-F4C0-4901-8868-E11BE198609B}" type="doc">
      <dgm:prSet loTypeId="urn:microsoft.com/office/officeart/2005/8/layout/process2" loCatId="process" qsTypeId="urn:microsoft.com/office/officeart/2005/8/quickstyle/3d3" qsCatId="3D" csTypeId="urn:microsoft.com/office/officeart/2005/8/colors/accent1_2" csCatId="accent1" phldr="1"/>
      <dgm:spPr/>
    </dgm:pt>
    <dgm:pt modelId="{94CBB402-5E35-42B8-9316-80F2620350A1}">
      <dgm:prSet phldrT="[Text]"/>
      <dgm:spPr/>
      <dgm:t>
        <a:bodyPr/>
        <a:lstStyle/>
        <a:p>
          <a:r>
            <a: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New Representation</a:t>
          </a:r>
        </a:p>
      </dgm:t>
    </dgm:pt>
    <dgm:pt modelId="{A3C9AC06-0699-4E75-A4F6-A8693D3B9181}" type="parTrans" cxnId="{2BE345EF-6E5C-4409-8361-1BACF0043E86}">
      <dgm:prSet/>
      <dgm:spPr/>
      <dgm:t>
        <a:bodyPr/>
        <a:lstStyle/>
        <a:p>
          <a:endParaRPr lang="en-IN"/>
        </a:p>
      </dgm:t>
    </dgm:pt>
    <dgm:pt modelId="{995110CC-88D1-4CC1-8AF8-830F7BE19137}" type="sibTrans" cxnId="{2BE345EF-6E5C-4409-8361-1BACF0043E86}">
      <dgm:prSet/>
      <dgm:spPr/>
      <dgm:t>
        <a:bodyPr/>
        <a:lstStyle/>
        <a:p>
          <a:endParaRPr lang="en-IN"/>
        </a:p>
      </dgm:t>
    </dgm:pt>
    <dgm:pt modelId="{278E1D2F-B1A5-49BC-B4E7-5F528F82A64F}">
      <dgm:prSet phldrT="[Text]"/>
      <dgm:spPr/>
      <dgm:t>
        <a:bodyPr/>
        <a:lstStyle/>
        <a:p>
          <a:pPr>
            <a:buNone/>
          </a:pPr>
          <a:r>
            <a: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Decision Boundary</a:t>
          </a:r>
        </a:p>
      </dgm:t>
    </dgm:pt>
    <dgm:pt modelId="{7B2DB625-DD76-4953-BAC3-9B1C187BEAF7}" type="parTrans" cxnId="{A12B77A5-E3B2-4E12-98BC-623D11075DBA}">
      <dgm:prSet/>
      <dgm:spPr/>
      <dgm:t>
        <a:bodyPr/>
        <a:lstStyle/>
        <a:p>
          <a:endParaRPr lang="en-IN"/>
        </a:p>
      </dgm:t>
    </dgm:pt>
    <dgm:pt modelId="{18B436F4-A65A-4344-9F01-DE883DF7A603}" type="sibTrans" cxnId="{A12B77A5-E3B2-4E12-98BC-623D11075DBA}">
      <dgm:prSet/>
      <dgm:spPr/>
      <dgm:t>
        <a:bodyPr/>
        <a:lstStyle/>
        <a:p>
          <a:endParaRPr lang="en-IN"/>
        </a:p>
      </dgm:t>
    </dgm:pt>
    <dgm:pt modelId="{8E732C2F-9AAE-46DD-83C9-E02C8AC5437A}">
      <dgm:prSet phldrT="[Text]"/>
      <dgm:spPr/>
      <dgm:t>
        <a:bodyPr/>
        <a:lstStyle/>
        <a:p>
          <a:r>
            <a: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XOR Solved</a:t>
          </a:r>
        </a:p>
      </dgm:t>
    </dgm:pt>
    <dgm:pt modelId="{AF23EB11-23B3-421D-B4BA-D09ABCDB83BE}" type="parTrans" cxnId="{56D5C028-DAE1-4214-BDBC-021169940CAD}">
      <dgm:prSet/>
      <dgm:spPr/>
      <dgm:t>
        <a:bodyPr/>
        <a:lstStyle/>
        <a:p>
          <a:endParaRPr lang="en-IN"/>
        </a:p>
      </dgm:t>
    </dgm:pt>
    <dgm:pt modelId="{A36CF8A3-ED25-4A7B-9BA8-C2C0912AE6E4}" type="sibTrans" cxnId="{56D5C028-DAE1-4214-BDBC-021169940CAD}">
      <dgm:prSet/>
      <dgm:spPr/>
      <dgm:t>
        <a:bodyPr/>
        <a:lstStyle/>
        <a:p>
          <a:endParaRPr lang="en-IN"/>
        </a:p>
      </dgm:t>
    </dgm:pt>
    <dgm:pt modelId="{5DD01E80-2991-4A3F-AE6A-29DCD3586BA8}" type="pres">
      <dgm:prSet presAssocID="{A5071D4B-F4C0-4901-8868-E11BE198609B}" presName="linearFlow" presStyleCnt="0">
        <dgm:presLayoutVars>
          <dgm:resizeHandles val="exact"/>
        </dgm:presLayoutVars>
      </dgm:prSet>
      <dgm:spPr/>
    </dgm:pt>
    <dgm:pt modelId="{26B50B7B-D09A-4925-99A0-5F89A16DA379}" type="pres">
      <dgm:prSet presAssocID="{94CBB402-5E35-42B8-9316-80F2620350A1}" presName="node" presStyleLbl="node1" presStyleIdx="0" presStyleCnt="3">
        <dgm:presLayoutVars>
          <dgm:bulletEnabled val="1"/>
        </dgm:presLayoutVars>
      </dgm:prSet>
      <dgm:spPr/>
    </dgm:pt>
    <dgm:pt modelId="{263836C2-30AC-40F0-BCDE-D4DA6B4A9859}" type="pres">
      <dgm:prSet presAssocID="{995110CC-88D1-4CC1-8AF8-830F7BE19137}" presName="sibTrans" presStyleLbl="sibTrans2D1" presStyleIdx="0" presStyleCnt="2"/>
      <dgm:spPr/>
    </dgm:pt>
    <dgm:pt modelId="{8B20C301-B2EB-4D8D-B3AF-F17464B962D6}" type="pres">
      <dgm:prSet presAssocID="{995110CC-88D1-4CC1-8AF8-830F7BE19137}" presName="connectorText" presStyleLbl="sibTrans2D1" presStyleIdx="0" presStyleCnt="2"/>
      <dgm:spPr/>
    </dgm:pt>
    <dgm:pt modelId="{7071D5DA-F78B-4AC3-933D-8867879C8B68}" type="pres">
      <dgm:prSet presAssocID="{278E1D2F-B1A5-49BC-B4E7-5F528F82A64F}" presName="node" presStyleLbl="node1" presStyleIdx="1" presStyleCnt="3">
        <dgm:presLayoutVars>
          <dgm:bulletEnabled val="1"/>
        </dgm:presLayoutVars>
      </dgm:prSet>
      <dgm:spPr/>
    </dgm:pt>
    <dgm:pt modelId="{D7B1CFA8-3F58-4BCE-BF94-494F81ADB151}" type="pres">
      <dgm:prSet presAssocID="{18B436F4-A65A-4344-9F01-DE883DF7A603}" presName="sibTrans" presStyleLbl="sibTrans2D1" presStyleIdx="1" presStyleCnt="2"/>
      <dgm:spPr/>
    </dgm:pt>
    <dgm:pt modelId="{D587F529-54FC-4AE4-A3D4-D66D16668431}" type="pres">
      <dgm:prSet presAssocID="{18B436F4-A65A-4344-9F01-DE883DF7A603}" presName="connectorText" presStyleLbl="sibTrans2D1" presStyleIdx="1" presStyleCnt="2"/>
      <dgm:spPr/>
    </dgm:pt>
    <dgm:pt modelId="{17C62630-4826-4CFA-83D7-3791C9599B02}" type="pres">
      <dgm:prSet presAssocID="{8E732C2F-9AAE-46DD-83C9-E02C8AC5437A}" presName="node" presStyleLbl="node1" presStyleIdx="2" presStyleCnt="3">
        <dgm:presLayoutVars>
          <dgm:bulletEnabled val="1"/>
        </dgm:presLayoutVars>
      </dgm:prSet>
      <dgm:spPr/>
    </dgm:pt>
  </dgm:ptLst>
  <dgm:cxnLst>
    <dgm:cxn modelId="{56D5C028-DAE1-4214-BDBC-021169940CAD}" srcId="{A5071D4B-F4C0-4901-8868-E11BE198609B}" destId="{8E732C2F-9AAE-46DD-83C9-E02C8AC5437A}" srcOrd="2" destOrd="0" parTransId="{AF23EB11-23B3-421D-B4BA-D09ABCDB83BE}" sibTransId="{A36CF8A3-ED25-4A7B-9BA8-C2C0912AE6E4}"/>
    <dgm:cxn modelId="{30501540-FFDC-4497-9615-3ED461BD4914}" type="presOf" srcId="{18B436F4-A65A-4344-9F01-DE883DF7A603}" destId="{D587F529-54FC-4AE4-A3D4-D66D16668431}" srcOrd="1" destOrd="0" presId="urn:microsoft.com/office/officeart/2005/8/layout/process2"/>
    <dgm:cxn modelId="{0D2D3E60-2022-40FB-BD03-F0CFE71C14A9}" type="presOf" srcId="{8E732C2F-9AAE-46DD-83C9-E02C8AC5437A}" destId="{17C62630-4826-4CFA-83D7-3791C9599B02}" srcOrd="0" destOrd="0" presId="urn:microsoft.com/office/officeart/2005/8/layout/process2"/>
    <dgm:cxn modelId="{A2429C4A-C347-43ED-853B-C662CDC88CD0}" type="presOf" srcId="{995110CC-88D1-4CC1-8AF8-830F7BE19137}" destId="{263836C2-30AC-40F0-BCDE-D4DA6B4A9859}" srcOrd="0" destOrd="0" presId="urn:microsoft.com/office/officeart/2005/8/layout/process2"/>
    <dgm:cxn modelId="{B6C30C5A-F41E-4EB7-B404-9D57014B4A61}" type="presOf" srcId="{995110CC-88D1-4CC1-8AF8-830F7BE19137}" destId="{8B20C301-B2EB-4D8D-B3AF-F17464B962D6}" srcOrd="1" destOrd="0" presId="urn:microsoft.com/office/officeart/2005/8/layout/process2"/>
    <dgm:cxn modelId="{A155AC7E-A8C9-479B-B0CD-2C867956F2B0}" type="presOf" srcId="{94CBB402-5E35-42B8-9316-80F2620350A1}" destId="{26B50B7B-D09A-4925-99A0-5F89A16DA379}" srcOrd="0" destOrd="0" presId="urn:microsoft.com/office/officeart/2005/8/layout/process2"/>
    <dgm:cxn modelId="{AEBBF883-FAA0-4031-ABA9-8DC00641D7DD}" type="presOf" srcId="{278E1D2F-B1A5-49BC-B4E7-5F528F82A64F}" destId="{7071D5DA-F78B-4AC3-933D-8867879C8B68}" srcOrd="0" destOrd="0" presId="urn:microsoft.com/office/officeart/2005/8/layout/process2"/>
    <dgm:cxn modelId="{418C449C-A183-4D08-9A3F-E20386B60117}" type="presOf" srcId="{A5071D4B-F4C0-4901-8868-E11BE198609B}" destId="{5DD01E80-2991-4A3F-AE6A-29DCD3586BA8}" srcOrd="0" destOrd="0" presId="urn:microsoft.com/office/officeart/2005/8/layout/process2"/>
    <dgm:cxn modelId="{A12B77A5-E3B2-4E12-98BC-623D11075DBA}" srcId="{A5071D4B-F4C0-4901-8868-E11BE198609B}" destId="{278E1D2F-B1A5-49BC-B4E7-5F528F82A64F}" srcOrd="1" destOrd="0" parTransId="{7B2DB625-DD76-4953-BAC3-9B1C187BEAF7}" sibTransId="{18B436F4-A65A-4344-9F01-DE883DF7A603}"/>
    <dgm:cxn modelId="{B63E3CAD-4B75-468B-8E0A-21B2C1D0EC9B}" type="presOf" srcId="{18B436F4-A65A-4344-9F01-DE883DF7A603}" destId="{D7B1CFA8-3F58-4BCE-BF94-494F81ADB151}" srcOrd="0" destOrd="0" presId="urn:microsoft.com/office/officeart/2005/8/layout/process2"/>
    <dgm:cxn modelId="{2BE345EF-6E5C-4409-8361-1BACF0043E86}" srcId="{A5071D4B-F4C0-4901-8868-E11BE198609B}" destId="{94CBB402-5E35-42B8-9316-80F2620350A1}" srcOrd="0" destOrd="0" parTransId="{A3C9AC06-0699-4E75-A4F6-A8693D3B9181}" sibTransId="{995110CC-88D1-4CC1-8AF8-830F7BE19137}"/>
    <dgm:cxn modelId="{FF09E404-8543-42F4-BF0F-D9F509765077}" type="presParOf" srcId="{5DD01E80-2991-4A3F-AE6A-29DCD3586BA8}" destId="{26B50B7B-D09A-4925-99A0-5F89A16DA379}" srcOrd="0" destOrd="0" presId="urn:microsoft.com/office/officeart/2005/8/layout/process2"/>
    <dgm:cxn modelId="{621B0C02-11DB-490E-9719-B3CC3AEFE338}" type="presParOf" srcId="{5DD01E80-2991-4A3F-AE6A-29DCD3586BA8}" destId="{263836C2-30AC-40F0-BCDE-D4DA6B4A9859}" srcOrd="1" destOrd="0" presId="urn:microsoft.com/office/officeart/2005/8/layout/process2"/>
    <dgm:cxn modelId="{1158AD33-DB9D-4CC5-AA83-D7775C5BD81F}" type="presParOf" srcId="{263836C2-30AC-40F0-BCDE-D4DA6B4A9859}" destId="{8B20C301-B2EB-4D8D-B3AF-F17464B962D6}" srcOrd="0" destOrd="0" presId="urn:microsoft.com/office/officeart/2005/8/layout/process2"/>
    <dgm:cxn modelId="{7C8B9A48-0677-4D56-AE0E-B4FB9D499EB1}" type="presParOf" srcId="{5DD01E80-2991-4A3F-AE6A-29DCD3586BA8}" destId="{7071D5DA-F78B-4AC3-933D-8867879C8B68}" srcOrd="2" destOrd="0" presId="urn:microsoft.com/office/officeart/2005/8/layout/process2"/>
    <dgm:cxn modelId="{E699C033-0364-4A58-81D6-0BCCEBBABD70}" type="presParOf" srcId="{5DD01E80-2991-4A3F-AE6A-29DCD3586BA8}" destId="{D7B1CFA8-3F58-4BCE-BF94-494F81ADB151}" srcOrd="3" destOrd="0" presId="urn:microsoft.com/office/officeart/2005/8/layout/process2"/>
    <dgm:cxn modelId="{FCE65C1B-B2B0-4FE0-AA5A-FC8CA727A3BC}" type="presParOf" srcId="{D7B1CFA8-3F58-4BCE-BF94-494F81ADB151}" destId="{D587F529-54FC-4AE4-A3D4-D66D16668431}" srcOrd="0" destOrd="0" presId="urn:microsoft.com/office/officeart/2005/8/layout/process2"/>
    <dgm:cxn modelId="{B7D2A8F5-C74A-482D-920A-2A9513B48FAC}" type="presParOf" srcId="{5DD01E80-2991-4A3F-AE6A-29DCD3586BA8}" destId="{17C62630-4826-4CFA-83D7-3791C9599B02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071D4B-F4C0-4901-8868-E11BE198609B}" type="doc">
      <dgm:prSet loTypeId="urn:microsoft.com/office/officeart/2005/8/layout/process2" loCatId="process" qsTypeId="urn:microsoft.com/office/officeart/2005/8/quickstyle/3d3" qsCatId="3D" csTypeId="urn:microsoft.com/office/officeart/2005/8/colors/accent1_2" csCatId="accent1" phldr="1"/>
      <dgm:spPr/>
    </dgm:pt>
    <dgm:pt modelId="{94CBB402-5E35-42B8-9316-80F2620350A1}">
      <dgm:prSet phldrT="[Text]"/>
      <dgm:spPr/>
      <dgm:t>
        <a:bodyPr/>
        <a:lstStyle/>
        <a:p>
          <a:r>
            <a: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Original XOR Data</a:t>
          </a:r>
        </a:p>
      </dgm:t>
    </dgm:pt>
    <dgm:pt modelId="{A3C9AC06-0699-4E75-A4F6-A8693D3B9181}" type="parTrans" cxnId="{2BE345EF-6E5C-4409-8361-1BACF0043E86}">
      <dgm:prSet/>
      <dgm:spPr/>
      <dgm:t>
        <a:bodyPr/>
        <a:lstStyle/>
        <a:p>
          <a:endParaRPr lang="en-IN"/>
        </a:p>
      </dgm:t>
    </dgm:pt>
    <dgm:pt modelId="{995110CC-88D1-4CC1-8AF8-830F7BE19137}" type="sibTrans" cxnId="{2BE345EF-6E5C-4409-8361-1BACF0043E86}">
      <dgm:prSet/>
      <dgm:spPr/>
      <dgm:t>
        <a:bodyPr/>
        <a:lstStyle/>
        <a:p>
          <a:endParaRPr lang="en-IN"/>
        </a:p>
      </dgm:t>
    </dgm:pt>
    <dgm:pt modelId="{278E1D2F-B1A5-49BC-B4E7-5F528F82A64F}">
      <dgm:prSet phldrT="[Text]"/>
      <dgm:spPr/>
      <dgm:t>
        <a:bodyPr/>
        <a:lstStyle/>
        <a:p>
          <a:r>
            <a: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Hidden Layer</a:t>
          </a:r>
        </a:p>
      </dgm:t>
    </dgm:pt>
    <dgm:pt modelId="{7B2DB625-DD76-4953-BAC3-9B1C187BEAF7}" type="parTrans" cxnId="{A12B77A5-E3B2-4E12-98BC-623D11075DBA}">
      <dgm:prSet/>
      <dgm:spPr/>
      <dgm:t>
        <a:bodyPr/>
        <a:lstStyle/>
        <a:p>
          <a:endParaRPr lang="en-IN"/>
        </a:p>
      </dgm:t>
    </dgm:pt>
    <dgm:pt modelId="{18B436F4-A65A-4344-9F01-DE883DF7A603}" type="sibTrans" cxnId="{A12B77A5-E3B2-4E12-98BC-623D11075DBA}">
      <dgm:prSet/>
      <dgm:spPr/>
      <dgm:t>
        <a:bodyPr/>
        <a:lstStyle/>
        <a:p>
          <a:endParaRPr lang="en-IN"/>
        </a:p>
      </dgm:t>
    </dgm:pt>
    <dgm:pt modelId="{8E732C2F-9AAE-46DD-83C9-E02C8AC5437A}">
      <dgm:prSet phldrT="[Text]"/>
      <dgm:spPr/>
      <dgm:t>
        <a:bodyPr/>
        <a:lstStyle/>
        <a:p>
          <a:r>
            <a: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Feature Transformation</a:t>
          </a:r>
        </a:p>
      </dgm:t>
    </dgm:pt>
    <dgm:pt modelId="{AF23EB11-23B3-421D-B4BA-D09ABCDB83BE}" type="parTrans" cxnId="{56D5C028-DAE1-4214-BDBC-021169940CAD}">
      <dgm:prSet/>
      <dgm:spPr/>
      <dgm:t>
        <a:bodyPr/>
        <a:lstStyle/>
        <a:p>
          <a:endParaRPr lang="en-IN"/>
        </a:p>
      </dgm:t>
    </dgm:pt>
    <dgm:pt modelId="{A36CF8A3-ED25-4A7B-9BA8-C2C0912AE6E4}" type="sibTrans" cxnId="{56D5C028-DAE1-4214-BDBC-021169940CAD}">
      <dgm:prSet/>
      <dgm:spPr/>
      <dgm:t>
        <a:bodyPr/>
        <a:lstStyle/>
        <a:p>
          <a:endParaRPr lang="en-IN"/>
        </a:p>
      </dgm:t>
    </dgm:pt>
    <dgm:pt modelId="{5DD01E80-2991-4A3F-AE6A-29DCD3586BA8}" type="pres">
      <dgm:prSet presAssocID="{A5071D4B-F4C0-4901-8868-E11BE198609B}" presName="linearFlow" presStyleCnt="0">
        <dgm:presLayoutVars>
          <dgm:resizeHandles val="exact"/>
        </dgm:presLayoutVars>
      </dgm:prSet>
      <dgm:spPr/>
    </dgm:pt>
    <dgm:pt modelId="{26B50B7B-D09A-4925-99A0-5F89A16DA379}" type="pres">
      <dgm:prSet presAssocID="{94CBB402-5E35-42B8-9316-80F2620350A1}" presName="node" presStyleLbl="node1" presStyleIdx="0" presStyleCnt="3" custLinFactNeighborX="-999" custLinFactNeighborY="4133">
        <dgm:presLayoutVars>
          <dgm:bulletEnabled val="1"/>
        </dgm:presLayoutVars>
      </dgm:prSet>
      <dgm:spPr/>
    </dgm:pt>
    <dgm:pt modelId="{263836C2-30AC-40F0-BCDE-D4DA6B4A9859}" type="pres">
      <dgm:prSet presAssocID="{995110CC-88D1-4CC1-8AF8-830F7BE19137}" presName="sibTrans" presStyleLbl="sibTrans2D1" presStyleIdx="0" presStyleCnt="2"/>
      <dgm:spPr/>
    </dgm:pt>
    <dgm:pt modelId="{8B20C301-B2EB-4D8D-B3AF-F17464B962D6}" type="pres">
      <dgm:prSet presAssocID="{995110CC-88D1-4CC1-8AF8-830F7BE19137}" presName="connectorText" presStyleLbl="sibTrans2D1" presStyleIdx="0" presStyleCnt="2"/>
      <dgm:spPr/>
    </dgm:pt>
    <dgm:pt modelId="{7071D5DA-F78B-4AC3-933D-8867879C8B68}" type="pres">
      <dgm:prSet presAssocID="{278E1D2F-B1A5-49BC-B4E7-5F528F82A64F}" presName="node" presStyleLbl="node1" presStyleIdx="1" presStyleCnt="3">
        <dgm:presLayoutVars>
          <dgm:bulletEnabled val="1"/>
        </dgm:presLayoutVars>
      </dgm:prSet>
      <dgm:spPr/>
    </dgm:pt>
    <dgm:pt modelId="{D7B1CFA8-3F58-4BCE-BF94-494F81ADB151}" type="pres">
      <dgm:prSet presAssocID="{18B436F4-A65A-4344-9F01-DE883DF7A603}" presName="sibTrans" presStyleLbl="sibTrans2D1" presStyleIdx="1" presStyleCnt="2"/>
      <dgm:spPr/>
    </dgm:pt>
    <dgm:pt modelId="{D587F529-54FC-4AE4-A3D4-D66D16668431}" type="pres">
      <dgm:prSet presAssocID="{18B436F4-A65A-4344-9F01-DE883DF7A603}" presName="connectorText" presStyleLbl="sibTrans2D1" presStyleIdx="1" presStyleCnt="2"/>
      <dgm:spPr/>
    </dgm:pt>
    <dgm:pt modelId="{17C62630-4826-4CFA-83D7-3791C9599B02}" type="pres">
      <dgm:prSet presAssocID="{8E732C2F-9AAE-46DD-83C9-E02C8AC5437A}" presName="node" presStyleLbl="node1" presStyleIdx="2" presStyleCnt="3">
        <dgm:presLayoutVars>
          <dgm:bulletEnabled val="1"/>
        </dgm:presLayoutVars>
      </dgm:prSet>
      <dgm:spPr/>
    </dgm:pt>
  </dgm:ptLst>
  <dgm:cxnLst>
    <dgm:cxn modelId="{56D5C028-DAE1-4214-BDBC-021169940CAD}" srcId="{A5071D4B-F4C0-4901-8868-E11BE198609B}" destId="{8E732C2F-9AAE-46DD-83C9-E02C8AC5437A}" srcOrd="2" destOrd="0" parTransId="{AF23EB11-23B3-421D-B4BA-D09ABCDB83BE}" sibTransId="{A36CF8A3-ED25-4A7B-9BA8-C2C0912AE6E4}"/>
    <dgm:cxn modelId="{30501540-FFDC-4497-9615-3ED461BD4914}" type="presOf" srcId="{18B436F4-A65A-4344-9F01-DE883DF7A603}" destId="{D587F529-54FC-4AE4-A3D4-D66D16668431}" srcOrd="1" destOrd="0" presId="urn:microsoft.com/office/officeart/2005/8/layout/process2"/>
    <dgm:cxn modelId="{0D2D3E60-2022-40FB-BD03-F0CFE71C14A9}" type="presOf" srcId="{8E732C2F-9AAE-46DD-83C9-E02C8AC5437A}" destId="{17C62630-4826-4CFA-83D7-3791C9599B02}" srcOrd="0" destOrd="0" presId="urn:microsoft.com/office/officeart/2005/8/layout/process2"/>
    <dgm:cxn modelId="{A2429C4A-C347-43ED-853B-C662CDC88CD0}" type="presOf" srcId="{995110CC-88D1-4CC1-8AF8-830F7BE19137}" destId="{263836C2-30AC-40F0-BCDE-D4DA6B4A9859}" srcOrd="0" destOrd="0" presId="urn:microsoft.com/office/officeart/2005/8/layout/process2"/>
    <dgm:cxn modelId="{B6C30C5A-F41E-4EB7-B404-9D57014B4A61}" type="presOf" srcId="{995110CC-88D1-4CC1-8AF8-830F7BE19137}" destId="{8B20C301-B2EB-4D8D-B3AF-F17464B962D6}" srcOrd="1" destOrd="0" presId="urn:microsoft.com/office/officeart/2005/8/layout/process2"/>
    <dgm:cxn modelId="{A155AC7E-A8C9-479B-B0CD-2C867956F2B0}" type="presOf" srcId="{94CBB402-5E35-42B8-9316-80F2620350A1}" destId="{26B50B7B-D09A-4925-99A0-5F89A16DA379}" srcOrd="0" destOrd="0" presId="urn:microsoft.com/office/officeart/2005/8/layout/process2"/>
    <dgm:cxn modelId="{AEBBF883-FAA0-4031-ABA9-8DC00641D7DD}" type="presOf" srcId="{278E1D2F-B1A5-49BC-B4E7-5F528F82A64F}" destId="{7071D5DA-F78B-4AC3-933D-8867879C8B68}" srcOrd="0" destOrd="0" presId="urn:microsoft.com/office/officeart/2005/8/layout/process2"/>
    <dgm:cxn modelId="{418C449C-A183-4D08-9A3F-E20386B60117}" type="presOf" srcId="{A5071D4B-F4C0-4901-8868-E11BE198609B}" destId="{5DD01E80-2991-4A3F-AE6A-29DCD3586BA8}" srcOrd="0" destOrd="0" presId="urn:microsoft.com/office/officeart/2005/8/layout/process2"/>
    <dgm:cxn modelId="{A12B77A5-E3B2-4E12-98BC-623D11075DBA}" srcId="{A5071D4B-F4C0-4901-8868-E11BE198609B}" destId="{278E1D2F-B1A5-49BC-B4E7-5F528F82A64F}" srcOrd="1" destOrd="0" parTransId="{7B2DB625-DD76-4953-BAC3-9B1C187BEAF7}" sibTransId="{18B436F4-A65A-4344-9F01-DE883DF7A603}"/>
    <dgm:cxn modelId="{B63E3CAD-4B75-468B-8E0A-21B2C1D0EC9B}" type="presOf" srcId="{18B436F4-A65A-4344-9F01-DE883DF7A603}" destId="{D7B1CFA8-3F58-4BCE-BF94-494F81ADB151}" srcOrd="0" destOrd="0" presId="urn:microsoft.com/office/officeart/2005/8/layout/process2"/>
    <dgm:cxn modelId="{2BE345EF-6E5C-4409-8361-1BACF0043E86}" srcId="{A5071D4B-F4C0-4901-8868-E11BE198609B}" destId="{94CBB402-5E35-42B8-9316-80F2620350A1}" srcOrd="0" destOrd="0" parTransId="{A3C9AC06-0699-4E75-A4F6-A8693D3B9181}" sibTransId="{995110CC-88D1-4CC1-8AF8-830F7BE19137}"/>
    <dgm:cxn modelId="{FF09E404-8543-42F4-BF0F-D9F509765077}" type="presParOf" srcId="{5DD01E80-2991-4A3F-AE6A-29DCD3586BA8}" destId="{26B50B7B-D09A-4925-99A0-5F89A16DA379}" srcOrd="0" destOrd="0" presId="urn:microsoft.com/office/officeart/2005/8/layout/process2"/>
    <dgm:cxn modelId="{621B0C02-11DB-490E-9719-B3CC3AEFE338}" type="presParOf" srcId="{5DD01E80-2991-4A3F-AE6A-29DCD3586BA8}" destId="{263836C2-30AC-40F0-BCDE-D4DA6B4A9859}" srcOrd="1" destOrd="0" presId="urn:microsoft.com/office/officeart/2005/8/layout/process2"/>
    <dgm:cxn modelId="{1158AD33-DB9D-4CC5-AA83-D7775C5BD81F}" type="presParOf" srcId="{263836C2-30AC-40F0-BCDE-D4DA6B4A9859}" destId="{8B20C301-B2EB-4D8D-B3AF-F17464B962D6}" srcOrd="0" destOrd="0" presId="urn:microsoft.com/office/officeart/2005/8/layout/process2"/>
    <dgm:cxn modelId="{7C8B9A48-0677-4D56-AE0E-B4FB9D499EB1}" type="presParOf" srcId="{5DD01E80-2991-4A3F-AE6A-29DCD3586BA8}" destId="{7071D5DA-F78B-4AC3-933D-8867879C8B68}" srcOrd="2" destOrd="0" presId="urn:microsoft.com/office/officeart/2005/8/layout/process2"/>
    <dgm:cxn modelId="{E699C033-0364-4A58-81D6-0BCCEBBABD70}" type="presParOf" srcId="{5DD01E80-2991-4A3F-AE6A-29DCD3586BA8}" destId="{D7B1CFA8-3F58-4BCE-BF94-494F81ADB151}" srcOrd="3" destOrd="0" presId="urn:microsoft.com/office/officeart/2005/8/layout/process2"/>
    <dgm:cxn modelId="{FCE65C1B-B2B0-4FE0-AA5A-FC8CA727A3BC}" type="presParOf" srcId="{D7B1CFA8-3F58-4BCE-BF94-494F81ADB151}" destId="{D587F529-54FC-4AE4-A3D4-D66D16668431}" srcOrd="0" destOrd="0" presId="urn:microsoft.com/office/officeart/2005/8/layout/process2"/>
    <dgm:cxn modelId="{B7D2A8F5-C74A-482D-920A-2A9513B48FAC}" type="presParOf" srcId="{5DD01E80-2991-4A3F-AE6A-29DCD3586BA8}" destId="{17C62630-4826-4CFA-83D7-3791C9599B02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DD0613-62FA-4182-B11D-FCE53A8F033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694AF20-1600-468C-8B6E-915D199370A0}">
      <dgm:prSet phldrT="[Text]" phldr="0"/>
      <dgm:spPr/>
      <dgm:t>
        <a:bodyPr/>
        <a:lstStyle/>
        <a:p>
          <a:r>
            <a: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LEARNING RATE</a:t>
          </a:r>
        </a:p>
      </dgm:t>
    </dgm:pt>
    <dgm:pt modelId="{C80ECAB1-AF2D-4C0C-9B01-6D34471140F6}" type="parTrans" cxnId="{65A1F3B6-9668-42AE-B86C-A45045C61D09}">
      <dgm:prSet/>
      <dgm:spPr/>
      <dgm:t>
        <a:bodyPr/>
        <a:lstStyle/>
        <a:p>
          <a:endParaRPr lang="en-IN"/>
        </a:p>
      </dgm:t>
    </dgm:pt>
    <dgm:pt modelId="{5E1ABF47-5A62-4EFA-9B8A-206E47F8646F}" type="sibTrans" cxnId="{65A1F3B6-9668-42AE-B86C-A45045C61D09}">
      <dgm:prSet/>
      <dgm:spPr/>
      <dgm:t>
        <a:bodyPr/>
        <a:lstStyle/>
        <a:p>
          <a:endParaRPr lang="en-IN"/>
        </a:p>
      </dgm:t>
    </dgm:pt>
    <dgm:pt modelId="{5DD3B326-B656-4661-A4C9-447DBA153A79}">
      <dgm:prSet phldrT="[Text]" phldr="0"/>
      <dgm:spPr/>
      <dgm:t>
        <a:bodyPr/>
        <a:lstStyle/>
        <a:p>
          <a:r>
            <a: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MOMENTUM</a:t>
          </a:r>
        </a:p>
      </dgm:t>
    </dgm:pt>
    <dgm:pt modelId="{ECD0B9AF-043F-43A3-8F68-1BFA7FB38F00}" type="parTrans" cxnId="{B2C15404-C89A-4D05-B2D1-E3A0BDD63941}">
      <dgm:prSet/>
      <dgm:spPr/>
      <dgm:t>
        <a:bodyPr/>
        <a:lstStyle/>
        <a:p>
          <a:endParaRPr lang="en-IN"/>
        </a:p>
      </dgm:t>
    </dgm:pt>
    <dgm:pt modelId="{29C77754-D2EF-42BD-BE4C-0468137F64F3}" type="sibTrans" cxnId="{B2C15404-C89A-4D05-B2D1-E3A0BDD63941}">
      <dgm:prSet/>
      <dgm:spPr/>
      <dgm:t>
        <a:bodyPr/>
        <a:lstStyle/>
        <a:p>
          <a:endParaRPr lang="en-IN"/>
        </a:p>
      </dgm:t>
    </dgm:pt>
    <dgm:pt modelId="{5F79296E-A7CB-4144-B44B-1A68783EFC41}">
      <dgm:prSet phldrT="[Text]" phldr="0"/>
      <dgm:spPr/>
      <dgm:t>
        <a:bodyPr/>
        <a:lstStyle/>
        <a:p>
          <a:r>
            <a: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WEIGHT INITIALIZATION</a:t>
          </a:r>
        </a:p>
      </dgm:t>
    </dgm:pt>
    <dgm:pt modelId="{267A707E-5FFD-4B85-B922-30455BE67A83}" type="parTrans" cxnId="{5764C256-FC02-4987-BA84-C8F536F7D022}">
      <dgm:prSet/>
      <dgm:spPr/>
      <dgm:t>
        <a:bodyPr/>
        <a:lstStyle/>
        <a:p>
          <a:endParaRPr lang="en-IN"/>
        </a:p>
      </dgm:t>
    </dgm:pt>
    <dgm:pt modelId="{D8B41934-DC54-4920-ABE8-C53461A76587}" type="sibTrans" cxnId="{5764C256-FC02-4987-BA84-C8F536F7D022}">
      <dgm:prSet/>
      <dgm:spPr/>
      <dgm:t>
        <a:bodyPr/>
        <a:lstStyle/>
        <a:p>
          <a:endParaRPr lang="en-IN"/>
        </a:p>
      </dgm:t>
    </dgm:pt>
    <dgm:pt modelId="{90B836E4-3F77-4E76-B66D-D03584D84093}" type="pres">
      <dgm:prSet presAssocID="{2FDD0613-62FA-4182-B11D-FCE53A8F0339}" presName="linear" presStyleCnt="0">
        <dgm:presLayoutVars>
          <dgm:dir/>
          <dgm:animLvl val="lvl"/>
          <dgm:resizeHandles val="exact"/>
        </dgm:presLayoutVars>
      </dgm:prSet>
      <dgm:spPr/>
    </dgm:pt>
    <dgm:pt modelId="{DAE64B5C-503C-4B48-82B6-11834033F814}" type="pres">
      <dgm:prSet presAssocID="{1694AF20-1600-468C-8B6E-915D199370A0}" presName="parentLin" presStyleCnt="0"/>
      <dgm:spPr/>
    </dgm:pt>
    <dgm:pt modelId="{3E8D883F-4A67-43C3-93B1-8955E225180F}" type="pres">
      <dgm:prSet presAssocID="{1694AF20-1600-468C-8B6E-915D199370A0}" presName="parentLeftMargin" presStyleLbl="node1" presStyleIdx="0" presStyleCnt="3"/>
      <dgm:spPr/>
    </dgm:pt>
    <dgm:pt modelId="{4BF5F922-3AE9-4E53-99EA-8B5796F0AE9D}" type="pres">
      <dgm:prSet presAssocID="{1694AF20-1600-468C-8B6E-915D199370A0}" presName="parentText" presStyleLbl="node1" presStyleIdx="0" presStyleCnt="3" custLinFactNeighborX="10204" custLinFactNeighborY="2014">
        <dgm:presLayoutVars>
          <dgm:chMax val="0"/>
          <dgm:bulletEnabled val="1"/>
        </dgm:presLayoutVars>
      </dgm:prSet>
      <dgm:spPr/>
    </dgm:pt>
    <dgm:pt modelId="{2DA13022-E7BC-4E82-9823-0A3D6B1B64BF}" type="pres">
      <dgm:prSet presAssocID="{1694AF20-1600-468C-8B6E-915D199370A0}" presName="negativeSpace" presStyleCnt="0"/>
      <dgm:spPr/>
    </dgm:pt>
    <dgm:pt modelId="{7B795F21-2E4A-46DA-86BE-7E7C8A9D381D}" type="pres">
      <dgm:prSet presAssocID="{1694AF20-1600-468C-8B6E-915D199370A0}" presName="childText" presStyleLbl="conFgAcc1" presStyleIdx="0" presStyleCnt="3">
        <dgm:presLayoutVars>
          <dgm:bulletEnabled val="1"/>
        </dgm:presLayoutVars>
      </dgm:prSet>
      <dgm:spPr/>
    </dgm:pt>
    <dgm:pt modelId="{46D9D264-440C-4C6A-B428-78C7B7F9083D}" type="pres">
      <dgm:prSet presAssocID="{5E1ABF47-5A62-4EFA-9B8A-206E47F8646F}" presName="spaceBetweenRectangles" presStyleCnt="0"/>
      <dgm:spPr/>
    </dgm:pt>
    <dgm:pt modelId="{FCB8F3B3-6A17-4501-A755-4B92D455362B}" type="pres">
      <dgm:prSet presAssocID="{5DD3B326-B656-4661-A4C9-447DBA153A79}" presName="parentLin" presStyleCnt="0"/>
      <dgm:spPr/>
    </dgm:pt>
    <dgm:pt modelId="{1CCA6586-2FFB-4EF6-8820-670A7CFAD509}" type="pres">
      <dgm:prSet presAssocID="{5DD3B326-B656-4661-A4C9-447DBA153A79}" presName="parentLeftMargin" presStyleLbl="node1" presStyleIdx="0" presStyleCnt="3"/>
      <dgm:spPr/>
    </dgm:pt>
    <dgm:pt modelId="{A4FDA92D-F3FC-4ED3-A8AD-EC1ECCD00CA1}" type="pres">
      <dgm:prSet presAssocID="{5DD3B326-B656-4661-A4C9-447DBA153A7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0CDF821-8162-4611-8665-5F0FC364B1C9}" type="pres">
      <dgm:prSet presAssocID="{5DD3B326-B656-4661-A4C9-447DBA153A79}" presName="negativeSpace" presStyleCnt="0"/>
      <dgm:spPr/>
    </dgm:pt>
    <dgm:pt modelId="{4E724573-5027-4D34-BCB5-25E2EAAA8422}" type="pres">
      <dgm:prSet presAssocID="{5DD3B326-B656-4661-A4C9-447DBA153A79}" presName="childText" presStyleLbl="conFgAcc1" presStyleIdx="1" presStyleCnt="3">
        <dgm:presLayoutVars>
          <dgm:bulletEnabled val="1"/>
        </dgm:presLayoutVars>
      </dgm:prSet>
      <dgm:spPr/>
    </dgm:pt>
    <dgm:pt modelId="{FB287134-BA84-44B4-93AB-A3EAFF8C1696}" type="pres">
      <dgm:prSet presAssocID="{29C77754-D2EF-42BD-BE4C-0468137F64F3}" presName="spaceBetweenRectangles" presStyleCnt="0"/>
      <dgm:spPr/>
    </dgm:pt>
    <dgm:pt modelId="{AD3DC73E-ABD2-4325-ADC2-18346F8E8224}" type="pres">
      <dgm:prSet presAssocID="{5F79296E-A7CB-4144-B44B-1A68783EFC41}" presName="parentLin" presStyleCnt="0"/>
      <dgm:spPr/>
    </dgm:pt>
    <dgm:pt modelId="{6C7A61DC-D66C-4C6F-8A91-85C051466882}" type="pres">
      <dgm:prSet presAssocID="{5F79296E-A7CB-4144-B44B-1A68783EFC41}" presName="parentLeftMargin" presStyleLbl="node1" presStyleIdx="1" presStyleCnt="3"/>
      <dgm:spPr/>
    </dgm:pt>
    <dgm:pt modelId="{A10FA99C-2CC0-497A-837E-3468201C23B7}" type="pres">
      <dgm:prSet presAssocID="{5F79296E-A7CB-4144-B44B-1A68783EFC4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64B3F72-BFFA-47F6-98E4-6D773BA741EB}" type="pres">
      <dgm:prSet presAssocID="{5F79296E-A7CB-4144-B44B-1A68783EFC41}" presName="negativeSpace" presStyleCnt="0"/>
      <dgm:spPr/>
    </dgm:pt>
    <dgm:pt modelId="{9A8722A2-2593-4DBB-A471-55FBCC59E308}" type="pres">
      <dgm:prSet presAssocID="{5F79296E-A7CB-4144-B44B-1A68783EFC4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2C15404-C89A-4D05-B2D1-E3A0BDD63941}" srcId="{2FDD0613-62FA-4182-B11D-FCE53A8F0339}" destId="{5DD3B326-B656-4661-A4C9-447DBA153A79}" srcOrd="1" destOrd="0" parTransId="{ECD0B9AF-043F-43A3-8F68-1BFA7FB38F00}" sibTransId="{29C77754-D2EF-42BD-BE4C-0468137F64F3}"/>
    <dgm:cxn modelId="{FCD8FE10-AB19-40E0-BA30-07114877E25F}" type="presOf" srcId="{2FDD0613-62FA-4182-B11D-FCE53A8F0339}" destId="{90B836E4-3F77-4E76-B66D-D03584D84093}" srcOrd="0" destOrd="0" presId="urn:microsoft.com/office/officeart/2005/8/layout/list1"/>
    <dgm:cxn modelId="{1C705413-FC55-4196-8D12-E3931B663EC8}" type="presOf" srcId="{5DD3B326-B656-4661-A4C9-447DBA153A79}" destId="{A4FDA92D-F3FC-4ED3-A8AD-EC1ECCD00CA1}" srcOrd="1" destOrd="0" presId="urn:microsoft.com/office/officeart/2005/8/layout/list1"/>
    <dgm:cxn modelId="{137AE529-19E5-4224-B6C5-262273529439}" type="presOf" srcId="{5F79296E-A7CB-4144-B44B-1A68783EFC41}" destId="{A10FA99C-2CC0-497A-837E-3468201C23B7}" srcOrd="1" destOrd="0" presId="urn:microsoft.com/office/officeart/2005/8/layout/list1"/>
    <dgm:cxn modelId="{B62D8967-08B2-4F90-8F69-77E08A74EE1A}" type="presOf" srcId="{5DD3B326-B656-4661-A4C9-447DBA153A79}" destId="{1CCA6586-2FFB-4EF6-8820-670A7CFAD509}" srcOrd="0" destOrd="0" presId="urn:microsoft.com/office/officeart/2005/8/layout/list1"/>
    <dgm:cxn modelId="{5764C256-FC02-4987-BA84-C8F536F7D022}" srcId="{2FDD0613-62FA-4182-B11D-FCE53A8F0339}" destId="{5F79296E-A7CB-4144-B44B-1A68783EFC41}" srcOrd="2" destOrd="0" parTransId="{267A707E-5FFD-4B85-B922-30455BE67A83}" sibTransId="{D8B41934-DC54-4920-ABE8-C53461A76587}"/>
    <dgm:cxn modelId="{26F0118B-B693-473D-842D-6E13DD495AFA}" type="presOf" srcId="{1694AF20-1600-468C-8B6E-915D199370A0}" destId="{3E8D883F-4A67-43C3-93B1-8955E225180F}" srcOrd="0" destOrd="0" presId="urn:microsoft.com/office/officeart/2005/8/layout/list1"/>
    <dgm:cxn modelId="{65A1F3B6-9668-42AE-B86C-A45045C61D09}" srcId="{2FDD0613-62FA-4182-B11D-FCE53A8F0339}" destId="{1694AF20-1600-468C-8B6E-915D199370A0}" srcOrd="0" destOrd="0" parTransId="{C80ECAB1-AF2D-4C0C-9B01-6D34471140F6}" sibTransId="{5E1ABF47-5A62-4EFA-9B8A-206E47F8646F}"/>
    <dgm:cxn modelId="{4D8FB0C9-70B9-4167-AA5D-F82DF2497FE2}" type="presOf" srcId="{1694AF20-1600-468C-8B6E-915D199370A0}" destId="{4BF5F922-3AE9-4E53-99EA-8B5796F0AE9D}" srcOrd="1" destOrd="0" presId="urn:microsoft.com/office/officeart/2005/8/layout/list1"/>
    <dgm:cxn modelId="{5548E4DC-53E1-44F5-AB6D-45F2D60E49FF}" type="presOf" srcId="{5F79296E-A7CB-4144-B44B-1A68783EFC41}" destId="{6C7A61DC-D66C-4C6F-8A91-85C051466882}" srcOrd="0" destOrd="0" presId="urn:microsoft.com/office/officeart/2005/8/layout/list1"/>
    <dgm:cxn modelId="{A1DDF79F-22D3-448F-9A88-CBF889DBEF8D}" type="presParOf" srcId="{90B836E4-3F77-4E76-B66D-D03584D84093}" destId="{DAE64B5C-503C-4B48-82B6-11834033F814}" srcOrd="0" destOrd="0" presId="urn:microsoft.com/office/officeart/2005/8/layout/list1"/>
    <dgm:cxn modelId="{7FC819B1-AB28-4A90-9B45-592BF22F8AA9}" type="presParOf" srcId="{DAE64B5C-503C-4B48-82B6-11834033F814}" destId="{3E8D883F-4A67-43C3-93B1-8955E225180F}" srcOrd="0" destOrd="0" presId="urn:microsoft.com/office/officeart/2005/8/layout/list1"/>
    <dgm:cxn modelId="{15EE36AB-70A3-4968-A644-3C48AC3A9D6B}" type="presParOf" srcId="{DAE64B5C-503C-4B48-82B6-11834033F814}" destId="{4BF5F922-3AE9-4E53-99EA-8B5796F0AE9D}" srcOrd="1" destOrd="0" presId="urn:microsoft.com/office/officeart/2005/8/layout/list1"/>
    <dgm:cxn modelId="{07F2B71A-3ACE-4CFA-A0FF-0276044D4E4F}" type="presParOf" srcId="{90B836E4-3F77-4E76-B66D-D03584D84093}" destId="{2DA13022-E7BC-4E82-9823-0A3D6B1B64BF}" srcOrd="1" destOrd="0" presId="urn:microsoft.com/office/officeart/2005/8/layout/list1"/>
    <dgm:cxn modelId="{8C2608D1-7A0F-404E-AA76-6E00FBE237A5}" type="presParOf" srcId="{90B836E4-3F77-4E76-B66D-D03584D84093}" destId="{7B795F21-2E4A-46DA-86BE-7E7C8A9D381D}" srcOrd="2" destOrd="0" presId="urn:microsoft.com/office/officeart/2005/8/layout/list1"/>
    <dgm:cxn modelId="{0C777B12-6D1D-41CA-AC69-659832725EBC}" type="presParOf" srcId="{90B836E4-3F77-4E76-B66D-D03584D84093}" destId="{46D9D264-440C-4C6A-B428-78C7B7F9083D}" srcOrd="3" destOrd="0" presId="urn:microsoft.com/office/officeart/2005/8/layout/list1"/>
    <dgm:cxn modelId="{F0E3D506-DFA5-4E1B-9F22-B855A36EF5A2}" type="presParOf" srcId="{90B836E4-3F77-4E76-B66D-D03584D84093}" destId="{FCB8F3B3-6A17-4501-A755-4B92D455362B}" srcOrd="4" destOrd="0" presId="urn:microsoft.com/office/officeart/2005/8/layout/list1"/>
    <dgm:cxn modelId="{8D1113A3-5E73-4C8D-A9A2-624E2195E4AE}" type="presParOf" srcId="{FCB8F3B3-6A17-4501-A755-4B92D455362B}" destId="{1CCA6586-2FFB-4EF6-8820-670A7CFAD509}" srcOrd="0" destOrd="0" presId="urn:microsoft.com/office/officeart/2005/8/layout/list1"/>
    <dgm:cxn modelId="{D9E97DC0-996B-4B20-9E46-9220E5CBDE73}" type="presParOf" srcId="{FCB8F3B3-6A17-4501-A755-4B92D455362B}" destId="{A4FDA92D-F3FC-4ED3-A8AD-EC1ECCD00CA1}" srcOrd="1" destOrd="0" presId="urn:microsoft.com/office/officeart/2005/8/layout/list1"/>
    <dgm:cxn modelId="{352353BD-203F-45B7-AA95-47BDC06CBB56}" type="presParOf" srcId="{90B836E4-3F77-4E76-B66D-D03584D84093}" destId="{20CDF821-8162-4611-8665-5F0FC364B1C9}" srcOrd="5" destOrd="0" presId="urn:microsoft.com/office/officeart/2005/8/layout/list1"/>
    <dgm:cxn modelId="{9736D0EA-FADF-41E4-B1A6-D0AE9A3D118A}" type="presParOf" srcId="{90B836E4-3F77-4E76-B66D-D03584D84093}" destId="{4E724573-5027-4D34-BCB5-25E2EAAA8422}" srcOrd="6" destOrd="0" presId="urn:microsoft.com/office/officeart/2005/8/layout/list1"/>
    <dgm:cxn modelId="{0AA510AF-DE5C-408A-812D-8AA2F430C872}" type="presParOf" srcId="{90B836E4-3F77-4E76-B66D-D03584D84093}" destId="{FB287134-BA84-44B4-93AB-A3EAFF8C1696}" srcOrd="7" destOrd="0" presId="urn:microsoft.com/office/officeart/2005/8/layout/list1"/>
    <dgm:cxn modelId="{0AF94BE9-CC4C-40EC-BB80-E9D73D778994}" type="presParOf" srcId="{90B836E4-3F77-4E76-B66D-D03584D84093}" destId="{AD3DC73E-ABD2-4325-ADC2-18346F8E8224}" srcOrd="8" destOrd="0" presId="urn:microsoft.com/office/officeart/2005/8/layout/list1"/>
    <dgm:cxn modelId="{CDD35C0A-E7D0-42B0-BE94-D49FC1A613AB}" type="presParOf" srcId="{AD3DC73E-ABD2-4325-ADC2-18346F8E8224}" destId="{6C7A61DC-D66C-4C6F-8A91-85C051466882}" srcOrd="0" destOrd="0" presId="urn:microsoft.com/office/officeart/2005/8/layout/list1"/>
    <dgm:cxn modelId="{283F8DB5-CCCA-4C85-B0F9-1F9F5E929617}" type="presParOf" srcId="{AD3DC73E-ABD2-4325-ADC2-18346F8E8224}" destId="{A10FA99C-2CC0-497A-837E-3468201C23B7}" srcOrd="1" destOrd="0" presId="urn:microsoft.com/office/officeart/2005/8/layout/list1"/>
    <dgm:cxn modelId="{2E8755C9-5F4A-4AA7-9495-695CF1E58391}" type="presParOf" srcId="{90B836E4-3F77-4E76-B66D-D03584D84093}" destId="{564B3F72-BFFA-47F6-98E4-6D773BA741EB}" srcOrd="9" destOrd="0" presId="urn:microsoft.com/office/officeart/2005/8/layout/list1"/>
    <dgm:cxn modelId="{418A0F5A-AD18-41C2-BD88-C963EE534AE3}" type="presParOf" srcId="{90B836E4-3F77-4E76-B66D-D03584D84093}" destId="{9A8722A2-2593-4DBB-A471-55FBCC59E30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DD0613-62FA-4182-B11D-FCE53A8F033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694AF20-1600-468C-8B6E-915D199370A0}">
      <dgm:prSet phldrT="[Text]" phldr="0"/>
      <dgm:spPr/>
      <dgm:t>
        <a:bodyPr/>
        <a:lstStyle/>
        <a:p>
          <a:r>
            <a: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INPUT NORMALIZATION</a:t>
          </a:r>
        </a:p>
      </dgm:t>
    </dgm:pt>
    <dgm:pt modelId="{C80ECAB1-AF2D-4C0C-9B01-6D34471140F6}" type="parTrans" cxnId="{65A1F3B6-9668-42AE-B86C-A45045C61D09}">
      <dgm:prSet/>
      <dgm:spPr/>
      <dgm:t>
        <a:bodyPr/>
        <a:lstStyle/>
        <a:p>
          <a:endParaRPr lang="en-IN"/>
        </a:p>
      </dgm:t>
    </dgm:pt>
    <dgm:pt modelId="{5E1ABF47-5A62-4EFA-9B8A-206E47F8646F}" type="sibTrans" cxnId="{65A1F3B6-9668-42AE-B86C-A45045C61D09}">
      <dgm:prSet/>
      <dgm:spPr/>
      <dgm:t>
        <a:bodyPr/>
        <a:lstStyle/>
        <a:p>
          <a:endParaRPr lang="en-IN"/>
        </a:p>
      </dgm:t>
    </dgm:pt>
    <dgm:pt modelId="{5DD3B326-B656-4661-A4C9-447DBA153A79}">
      <dgm:prSet phldrT="[Text]" phldr="0"/>
      <dgm:spPr/>
      <dgm:t>
        <a:bodyPr/>
        <a:lstStyle/>
        <a:p>
          <a:r>
            <a: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ACTIVATION FUNCTION</a:t>
          </a:r>
        </a:p>
      </dgm:t>
    </dgm:pt>
    <dgm:pt modelId="{ECD0B9AF-043F-43A3-8F68-1BFA7FB38F00}" type="parTrans" cxnId="{B2C15404-C89A-4D05-B2D1-E3A0BDD63941}">
      <dgm:prSet/>
      <dgm:spPr/>
      <dgm:t>
        <a:bodyPr/>
        <a:lstStyle/>
        <a:p>
          <a:endParaRPr lang="en-IN"/>
        </a:p>
      </dgm:t>
    </dgm:pt>
    <dgm:pt modelId="{29C77754-D2EF-42BD-BE4C-0468137F64F3}" type="sibTrans" cxnId="{B2C15404-C89A-4D05-B2D1-E3A0BDD63941}">
      <dgm:prSet/>
      <dgm:spPr/>
      <dgm:t>
        <a:bodyPr/>
        <a:lstStyle/>
        <a:p>
          <a:endParaRPr lang="en-IN"/>
        </a:p>
      </dgm:t>
    </dgm:pt>
    <dgm:pt modelId="{5F79296E-A7CB-4144-B44B-1A68783EFC41}">
      <dgm:prSet phldrT="[Text]" phldr="0"/>
      <dgm:spPr/>
      <dgm:t>
        <a:bodyPr/>
        <a:lstStyle/>
        <a:p>
          <a:r>
            <a: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MINI-BATCH TRAINING</a:t>
          </a:r>
        </a:p>
      </dgm:t>
    </dgm:pt>
    <dgm:pt modelId="{267A707E-5FFD-4B85-B922-30455BE67A83}" type="parTrans" cxnId="{5764C256-FC02-4987-BA84-C8F536F7D022}">
      <dgm:prSet/>
      <dgm:spPr/>
      <dgm:t>
        <a:bodyPr/>
        <a:lstStyle/>
        <a:p>
          <a:endParaRPr lang="en-IN"/>
        </a:p>
      </dgm:t>
    </dgm:pt>
    <dgm:pt modelId="{D8B41934-DC54-4920-ABE8-C53461A76587}" type="sibTrans" cxnId="{5764C256-FC02-4987-BA84-C8F536F7D022}">
      <dgm:prSet/>
      <dgm:spPr/>
      <dgm:t>
        <a:bodyPr/>
        <a:lstStyle/>
        <a:p>
          <a:endParaRPr lang="en-IN"/>
        </a:p>
      </dgm:t>
    </dgm:pt>
    <dgm:pt modelId="{90B836E4-3F77-4E76-B66D-D03584D84093}" type="pres">
      <dgm:prSet presAssocID="{2FDD0613-62FA-4182-B11D-FCE53A8F0339}" presName="linear" presStyleCnt="0">
        <dgm:presLayoutVars>
          <dgm:dir/>
          <dgm:animLvl val="lvl"/>
          <dgm:resizeHandles val="exact"/>
        </dgm:presLayoutVars>
      </dgm:prSet>
      <dgm:spPr/>
    </dgm:pt>
    <dgm:pt modelId="{DAE64B5C-503C-4B48-82B6-11834033F814}" type="pres">
      <dgm:prSet presAssocID="{1694AF20-1600-468C-8B6E-915D199370A0}" presName="parentLin" presStyleCnt="0"/>
      <dgm:spPr/>
    </dgm:pt>
    <dgm:pt modelId="{3E8D883F-4A67-43C3-93B1-8955E225180F}" type="pres">
      <dgm:prSet presAssocID="{1694AF20-1600-468C-8B6E-915D199370A0}" presName="parentLeftMargin" presStyleLbl="node1" presStyleIdx="0" presStyleCnt="3"/>
      <dgm:spPr/>
    </dgm:pt>
    <dgm:pt modelId="{4BF5F922-3AE9-4E53-99EA-8B5796F0AE9D}" type="pres">
      <dgm:prSet presAssocID="{1694AF20-1600-468C-8B6E-915D199370A0}" presName="parentText" presStyleLbl="node1" presStyleIdx="0" presStyleCnt="3" custLinFactNeighborX="6511" custLinFactNeighborY="-898">
        <dgm:presLayoutVars>
          <dgm:chMax val="0"/>
          <dgm:bulletEnabled val="1"/>
        </dgm:presLayoutVars>
      </dgm:prSet>
      <dgm:spPr/>
    </dgm:pt>
    <dgm:pt modelId="{2DA13022-E7BC-4E82-9823-0A3D6B1B64BF}" type="pres">
      <dgm:prSet presAssocID="{1694AF20-1600-468C-8B6E-915D199370A0}" presName="negativeSpace" presStyleCnt="0"/>
      <dgm:spPr/>
    </dgm:pt>
    <dgm:pt modelId="{7B795F21-2E4A-46DA-86BE-7E7C8A9D381D}" type="pres">
      <dgm:prSet presAssocID="{1694AF20-1600-468C-8B6E-915D199370A0}" presName="childText" presStyleLbl="conFgAcc1" presStyleIdx="0" presStyleCnt="3">
        <dgm:presLayoutVars>
          <dgm:bulletEnabled val="1"/>
        </dgm:presLayoutVars>
      </dgm:prSet>
      <dgm:spPr/>
    </dgm:pt>
    <dgm:pt modelId="{46D9D264-440C-4C6A-B428-78C7B7F9083D}" type="pres">
      <dgm:prSet presAssocID="{5E1ABF47-5A62-4EFA-9B8A-206E47F8646F}" presName="spaceBetweenRectangles" presStyleCnt="0"/>
      <dgm:spPr/>
    </dgm:pt>
    <dgm:pt modelId="{FCB8F3B3-6A17-4501-A755-4B92D455362B}" type="pres">
      <dgm:prSet presAssocID="{5DD3B326-B656-4661-A4C9-447DBA153A79}" presName="parentLin" presStyleCnt="0"/>
      <dgm:spPr/>
    </dgm:pt>
    <dgm:pt modelId="{1CCA6586-2FFB-4EF6-8820-670A7CFAD509}" type="pres">
      <dgm:prSet presAssocID="{5DD3B326-B656-4661-A4C9-447DBA153A79}" presName="parentLeftMargin" presStyleLbl="node1" presStyleIdx="0" presStyleCnt="3"/>
      <dgm:spPr/>
    </dgm:pt>
    <dgm:pt modelId="{A4FDA92D-F3FC-4ED3-A8AD-EC1ECCD00CA1}" type="pres">
      <dgm:prSet presAssocID="{5DD3B326-B656-4661-A4C9-447DBA153A79}" presName="parentText" presStyleLbl="node1" presStyleIdx="1" presStyleCnt="3" custLinFactNeighborX="2919" custLinFactNeighborY="-2107">
        <dgm:presLayoutVars>
          <dgm:chMax val="0"/>
          <dgm:bulletEnabled val="1"/>
        </dgm:presLayoutVars>
      </dgm:prSet>
      <dgm:spPr/>
    </dgm:pt>
    <dgm:pt modelId="{20CDF821-8162-4611-8665-5F0FC364B1C9}" type="pres">
      <dgm:prSet presAssocID="{5DD3B326-B656-4661-A4C9-447DBA153A79}" presName="negativeSpace" presStyleCnt="0"/>
      <dgm:spPr/>
    </dgm:pt>
    <dgm:pt modelId="{4E724573-5027-4D34-BCB5-25E2EAAA8422}" type="pres">
      <dgm:prSet presAssocID="{5DD3B326-B656-4661-A4C9-447DBA153A79}" presName="childText" presStyleLbl="conFgAcc1" presStyleIdx="1" presStyleCnt="3">
        <dgm:presLayoutVars>
          <dgm:bulletEnabled val="1"/>
        </dgm:presLayoutVars>
      </dgm:prSet>
      <dgm:spPr/>
    </dgm:pt>
    <dgm:pt modelId="{FB287134-BA84-44B4-93AB-A3EAFF8C1696}" type="pres">
      <dgm:prSet presAssocID="{29C77754-D2EF-42BD-BE4C-0468137F64F3}" presName="spaceBetweenRectangles" presStyleCnt="0"/>
      <dgm:spPr/>
    </dgm:pt>
    <dgm:pt modelId="{AD3DC73E-ABD2-4325-ADC2-18346F8E8224}" type="pres">
      <dgm:prSet presAssocID="{5F79296E-A7CB-4144-B44B-1A68783EFC41}" presName="parentLin" presStyleCnt="0"/>
      <dgm:spPr/>
    </dgm:pt>
    <dgm:pt modelId="{6C7A61DC-D66C-4C6F-8A91-85C051466882}" type="pres">
      <dgm:prSet presAssocID="{5F79296E-A7CB-4144-B44B-1A68783EFC41}" presName="parentLeftMargin" presStyleLbl="node1" presStyleIdx="1" presStyleCnt="3"/>
      <dgm:spPr/>
    </dgm:pt>
    <dgm:pt modelId="{A10FA99C-2CC0-497A-837E-3468201C23B7}" type="pres">
      <dgm:prSet presAssocID="{5F79296E-A7CB-4144-B44B-1A68783EFC4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64B3F72-BFFA-47F6-98E4-6D773BA741EB}" type="pres">
      <dgm:prSet presAssocID="{5F79296E-A7CB-4144-B44B-1A68783EFC41}" presName="negativeSpace" presStyleCnt="0"/>
      <dgm:spPr/>
    </dgm:pt>
    <dgm:pt modelId="{9A8722A2-2593-4DBB-A471-55FBCC59E308}" type="pres">
      <dgm:prSet presAssocID="{5F79296E-A7CB-4144-B44B-1A68783EFC4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2C15404-C89A-4D05-B2D1-E3A0BDD63941}" srcId="{2FDD0613-62FA-4182-B11D-FCE53A8F0339}" destId="{5DD3B326-B656-4661-A4C9-447DBA153A79}" srcOrd="1" destOrd="0" parTransId="{ECD0B9AF-043F-43A3-8F68-1BFA7FB38F00}" sibTransId="{29C77754-D2EF-42BD-BE4C-0468137F64F3}"/>
    <dgm:cxn modelId="{FCD8FE10-AB19-40E0-BA30-07114877E25F}" type="presOf" srcId="{2FDD0613-62FA-4182-B11D-FCE53A8F0339}" destId="{90B836E4-3F77-4E76-B66D-D03584D84093}" srcOrd="0" destOrd="0" presId="urn:microsoft.com/office/officeart/2005/8/layout/list1"/>
    <dgm:cxn modelId="{1C705413-FC55-4196-8D12-E3931B663EC8}" type="presOf" srcId="{5DD3B326-B656-4661-A4C9-447DBA153A79}" destId="{A4FDA92D-F3FC-4ED3-A8AD-EC1ECCD00CA1}" srcOrd="1" destOrd="0" presId="urn:microsoft.com/office/officeart/2005/8/layout/list1"/>
    <dgm:cxn modelId="{137AE529-19E5-4224-B6C5-262273529439}" type="presOf" srcId="{5F79296E-A7CB-4144-B44B-1A68783EFC41}" destId="{A10FA99C-2CC0-497A-837E-3468201C23B7}" srcOrd="1" destOrd="0" presId="urn:microsoft.com/office/officeart/2005/8/layout/list1"/>
    <dgm:cxn modelId="{B62D8967-08B2-4F90-8F69-77E08A74EE1A}" type="presOf" srcId="{5DD3B326-B656-4661-A4C9-447DBA153A79}" destId="{1CCA6586-2FFB-4EF6-8820-670A7CFAD509}" srcOrd="0" destOrd="0" presId="urn:microsoft.com/office/officeart/2005/8/layout/list1"/>
    <dgm:cxn modelId="{5764C256-FC02-4987-BA84-C8F536F7D022}" srcId="{2FDD0613-62FA-4182-B11D-FCE53A8F0339}" destId="{5F79296E-A7CB-4144-B44B-1A68783EFC41}" srcOrd="2" destOrd="0" parTransId="{267A707E-5FFD-4B85-B922-30455BE67A83}" sibTransId="{D8B41934-DC54-4920-ABE8-C53461A76587}"/>
    <dgm:cxn modelId="{26F0118B-B693-473D-842D-6E13DD495AFA}" type="presOf" srcId="{1694AF20-1600-468C-8B6E-915D199370A0}" destId="{3E8D883F-4A67-43C3-93B1-8955E225180F}" srcOrd="0" destOrd="0" presId="urn:microsoft.com/office/officeart/2005/8/layout/list1"/>
    <dgm:cxn modelId="{65A1F3B6-9668-42AE-B86C-A45045C61D09}" srcId="{2FDD0613-62FA-4182-B11D-FCE53A8F0339}" destId="{1694AF20-1600-468C-8B6E-915D199370A0}" srcOrd="0" destOrd="0" parTransId="{C80ECAB1-AF2D-4C0C-9B01-6D34471140F6}" sibTransId="{5E1ABF47-5A62-4EFA-9B8A-206E47F8646F}"/>
    <dgm:cxn modelId="{4D8FB0C9-70B9-4167-AA5D-F82DF2497FE2}" type="presOf" srcId="{1694AF20-1600-468C-8B6E-915D199370A0}" destId="{4BF5F922-3AE9-4E53-99EA-8B5796F0AE9D}" srcOrd="1" destOrd="0" presId="urn:microsoft.com/office/officeart/2005/8/layout/list1"/>
    <dgm:cxn modelId="{5548E4DC-53E1-44F5-AB6D-45F2D60E49FF}" type="presOf" srcId="{5F79296E-A7CB-4144-B44B-1A68783EFC41}" destId="{6C7A61DC-D66C-4C6F-8A91-85C051466882}" srcOrd="0" destOrd="0" presId="urn:microsoft.com/office/officeart/2005/8/layout/list1"/>
    <dgm:cxn modelId="{A1DDF79F-22D3-448F-9A88-CBF889DBEF8D}" type="presParOf" srcId="{90B836E4-3F77-4E76-B66D-D03584D84093}" destId="{DAE64B5C-503C-4B48-82B6-11834033F814}" srcOrd="0" destOrd="0" presId="urn:microsoft.com/office/officeart/2005/8/layout/list1"/>
    <dgm:cxn modelId="{7FC819B1-AB28-4A90-9B45-592BF22F8AA9}" type="presParOf" srcId="{DAE64B5C-503C-4B48-82B6-11834033F814}" destId="{3E8D883F-4A67-43C3-93B1-8955E225180F}" srcOrd="0" destOrd="0" presId="urn:microsoft.com/office/officeart/2005/8/layout/list1"/>
    <dgm:cxn modelId="{15EE36AB-70A3-4968-A644-3C48AC3A9D6B}" type="presParOf" srcId="{DAE64B5C-503C-4B48-82B6-11834033F814}" destId="{4BF5F922-3AE9-4E53-99EA-8B5796F0AE9D}" srcOrd="1" destOrd="0" presId="urn:microsoft.com/office/officeart/2005/8/layout/list1"/>
    <dgm:cxn modelId="{07F2B71A-3ACE-4CFA-A0FF-0276044D4E4F}" type="presParOf" srcId="{90B836E4-3F77-4E76-B66D-D03584D84093}" destId="{2DA13022-E7BC-4E82-9823-0A3D6B1B64BF}" srcOrd="1" destOrd="0" presId="urn:microsoft.com/office/officeart/2005/8/layout/list1"/>
    <dgm:cxn modelId="{8C2608D1-7A0F-404E-AA76-6E00FBE237A5}" type="presParOf" srcId="{90B836E4-3F77-4E76-B66D-D03584D84093}" destId="{7B795F21-2E4A-46DA-86BE-7E7C8A9D381D}" srcOrd="2" destOrd="0" presId="urn:microsoft.com/office/officeart/2005/8/layout/list1"/>
    <dgm:cxn modelId="{0C777B12-6D1D-41CA-AC69-659832725EBC}" type="presParOf" srcId="{90B836E4-3F77-4E76-B66D-D03584D84093}" destId="{46D9D264-440C-4C6A-B428-78C7B7F9083D}" srcOrd="3" destOrd="0" presId="urn:microsoft.com/office/officeart/2005/8/layout/list1"/>
    <dgm:cxn modelId="{F0E3D506-DFA5-4E1B-9F22-B855A36EF5A2}" type="presParOf" srcId="{90B836E4-3F77-4E76-B66D-D03584D84093}" destId="{FCB8F3B3-6A17-4501-A755-4B92D455362B}" srcOrd="4" destOrd="0" presId="urn:microsoft.com/office/officeart/2005/8/layout/list1"/>
    <dgm:cxn modelId="{8D1113A3-5E73-4C8D-A9A2-624E2195E4AE}" type="presParOf" srcId="{FCB8F3B3-6A17-4501-A755-4B92D455362B}" destId="{1CCA6586-2FFB-4EF6-8820-670A7CFAD509}" srcOrd="0" destOrd="0" presId="urn:microsoft.com/office/officeart/2005/8/layout/list1"/>
    <dgm:cxn modelId="{D9E97DC0-996B-4B20-9E46-9220E5CBDE73}" type="presParOf" srcId="{FCB8F3B3-6A17-4501-A755-4B92D455362B}" destId="{A4FDA92D-F3FC-4ED3-A8AD-EC1ECCD00CA1}" srcOrd="1" destOrd="0" presId="urn:microsoft.com/office/officeart/2005/8/layout/list1"/>
    <dgm:cxn modelId="{352353BD-203F-45B7-AA95-47BDC06CBB56}" type="presParOf" srcId="{90B836E4-3F77-4E76-B66D-D03584D84093}" destId="{20CDF821-8162-4611-8665-5F0FC364B1C9}" srcOrd="5" destOrd="0" presId="urn:microsoft.com/office/officeart/2005/8/layout/list1"/>
    <dgm:cxn modelId="{9736D0EA-FADF-41E4-B1A6-D0AE9A3D118A}" type="presParOf" srcId="{90B836E4-3F77-4E76-B66D-D03584D84093}" destId="{4E724573-5027-4D34-BCB5-25E2EAAA8422}" srcOrd="6" destOrd="0" presId="urn:microsoft.com/office/officeart/2005/8/layout/list1"/>
    <dgm:cxn modelId="{0AA510AF-DE5C-408A-812D-8AA2F430C872}" type="presParOf" srcId="{90B836E4-3F77-4E76-B66D-D03584D84093}" destId="{FB287134-BA84-44B4-93AB-A3EAFF8C1696}" srcOrd="7" destOrd="0" presId="urn:microsoft.com/office/officeart/2005/8/layout/list1"/>
    <dgm:cxn modelId="{0AF94BE9-CC4C-40EC-BB80-E9D73D778994}" type="presParOf" srcId="{90B836E4-3F77-4E76-B66D-D03584D84093}" destId="{AD3DC73E-ABD2-4325-ADC2-18346F8E8224}" srcOrd="8" destOrd="0" presId="urn:microsoft.com/office/officeart/2005/8/layout/list1"/>
    <dgm:cxn modelId="{CDD35C0A-E7D0-42B0-BE94-D49FC1A613AB}" type="presParOf" srcId="{AD3DC73E-ABD2-4325-ADC2-18346F8E8224}" destId="{6C7A61DC-D66C-4C6F-8A91-85C051466882}" srcOrd="0" destOrd="0" presId="urn:microsoft.com/office/officeart/2005/8/layout/list1"/>
    <dgm:cxn modelId="{283F8DB5-CCCA-4C85-B0F9-1F9F5E929617}" type="presParOf" srcId="{AD3DC73E-ABD2-4325-ADC2-18346F8E8224}" destId="{A10FA99C-2CC0-497A-837E-3468201C23B7}" srcOrd="1" destOrd="0" presId="urn:microsoft.com/office/officeart/2005/8/layout/list1"/>
    <dgm:cxn modelId="{2E8755C9-5F4A-4AA7-9495-695CF1E58391}" type="presParOf" srcId="{90B836E4-3F77-4E76-B66D-D03584D84093}" destId="{564B3F72-BFFA-47F6-98E4-6D773BA741EB}" srcOrd="9" destOrd="0" presId="urn:microsoft.com/office/officeart/2005/8/layout/list1"/>
    <dgm:cxn modelId="{418A0F5A-AD18-41C2-BD88-C963EE534AE3}" type="presParOf" srcId="{90B836E4-3F77-4E76-B66D-D03584D84093}" destId="{9A8722A2-2593-4DBB-A471-55FBCC59E30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9EF818-3EC0-4DB5-82F7-2D33BA0A9CC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B0079B4-A69C-44C1-A53F-C67B2CE14B44}">
      <dgm:prSet phldrT="[Text]" custT="1"/>
      <dgm:spPr/>
      <dgm:t>
        <a:bodyPr/>
        <a:lstStyle/>
        <a:p>
          <a:r>
            <a:rPr lang="en-IN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Batch Learning</a:t>
          </a:r>
        </a:p>
      </dgm:t>
    </dgm:pt>
    <dgm:pt modelId="{8EC91F24-40FF-4886-8A8E-43FF881BF8E2}" type="parTrans" cxnId="{A4254EA6-89BE-4875-8F03-5342E803FC31}">
      <dgm:prSet/>
      <dgm:spPr/>
      <dgm:t>
        <a:bodyPr/>
        <a:lstStyle/>
        <a:p>
          <a:endParaRPr lang="en-IN"/>
        </a:p>
      </dgm:t>
    </dgm:pt>
    <dgm:pt modelId="{E5E165CF-11F4-4979-BD3B-F8295C069072}" type="sibTrans" cxnId="{A4254EA6-89BE-4875-8F03-5342E803FC31}">
      <dgm:prSet/>
      <dgm:spPr/>
      <dgm:t>
        <a:bodyPr/>
        <a:lstStyle/>
        <a:p>
          <a:endParaRPr lang="en-IN"/>
        </a:p>
      </dgm:t>
    </dgm:pt>
    <dgm:pt modelId="{4B1C3A3E-B3E3-426D-BDB0-2A44206083AE}">
      <dgm:prSet phldrT="[Text]" custT="1"/>
      <dgm:spPr/>
      <dgm:t>
        <a:bodyPr/>
        <a:lstStyle/>
        <a:p>
          <a:r>
            <a:rPr lang="en-IN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Stable but computationally expensive</a:t>
          </a:r>
        </a:p>
        <a:p>
          <a:endParaRPr lang="en-IN" sz="1700" dirty="0"/>
        </a:p>
      </dgm:t>
    </dgm:pt>
    <dgm:pt modelId="{5B555941-5BF1-4017-96E0-0BBF301C0772}" type="parTrans" cxnId="{AC2B6A5D-F0DD-457B-91C8-AB320AFF7338}">
      <dgm:prSet/>
      <dgm:spPr/>
      <dgm:t>
        <a:bodyPr/>
        <a:lstStyle/>
        <a:p>
          <a:endParaRPr lang="en-IN"/>
        </a:p>
      </dgm:t>
    </dgm:pt>
    <dgm:pt modelId="{B512563B-AF51-48C4-B0A0-9C2B72CDAD3A}" type="sibTrans" cxnId="{AC2B6A5D-F0DD-457B-91C8-AB320AFF7338}">
      <dgm:prSet/>
      <dgm:spPr/>
      <dgm:t>
        <a:bodyPr/>
        <a:lstStyle/>
        <a:p>
          <a:endParaRPr lang="en-IN"/>
        </a:p>
      </dgm:t>
    </dgm:pt>
    <dgm:pt modelId="{163CDC23-9295-4517-ABC3-5C07D773E71D}" type="pres">
      <dgm:prSet presAssocID="{9C9EF818-3EC0-4DB5-82F7-2D33BA0A9CC8}" presName="CompostProcess" presStyleCnt="0">
        <dgm:presLayoutVars>
          <dgm:dir/>
          <dgm:resizeHandles val="exact"/>
        </dgm:presLayoutVars>
      </dgm:prSet>
      <dgm:spPr/>
    </dgm:pt>
    <dgm:pt modelId="{F1199FC9-F410-47BB-9C12-228561888053}" type="pres">
      <dgm:prSet presAssocID="{9C9EF818-3EC0-4DB5-82F7-2D33BA0A9CC8}" presName="arrow" presStyleLbl="bgShp" presStyleIdx="0" presStyleCnt="1"/>
      <dgm:spPr/>
    </dgm:pt>
    <dgm:pt modelId="{2DC212A9-A3A0-40AE-B378-247ADF2EA00F}" type="pres">
      <dgm:prSet presAssocID="{9C9EF818-3EC0-4DB5-82F7-2D33BA0A9CC8}" presName="linearProcess" presStyleCnt="0"/>
      <dgm:spPr/>
    </dgm:pt>
    <dgm:pt modelId="{04C24731-5398-4908-A4A1-48C980DA9518}" type="pres">
      <dgm:prSet presAssocID="{2B0079B4-A69C-44C1-A53F-C67B2CE14B44}" presName="textNode" presStyleLbl="node1" presStyleIdx="0" presStyleCnt="2">
        <dgm:presLayoutVars>
          <dgm:bulletEnabled val="1"/>
        </dgm:presLayoutVars>
      </dgm:prSet>
      <dgm:spPr/>
    </dgm:pt>
    <dgm:pt modelId="{78931531-7329-4330-911F-8339FAB48208}" type="pres">
      <dgm:prSet presAssocID="{E5E165CF-11F4-4979-BD3B-F8295C069072}" presName="sibTrans" presStyleCnt="0"/>
      <dgm:spPr/>
    </dgm:pt>
    <dgm:pt modelId="{A57006A5-A45A-40BB-B326-478D3E1BD39D}" type="pres">
      <dgm:prSet presAssocID="{4B1C3A3E-B3E3-426D-BDB0-2A44206083AE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AC2B6A5D-F0DD-457B-91C8-AB320AFF7338}" srcId="{9C9EF818-3EC0-4DB5-82F7-2D33BA0A9CC8}" destId="{4B1C3A3E-B3E3-426D-BDB0-2A44206083AE}" srcOrd="1" destOrd="0" parTransId="{5B555941-5BF1-4017-96E0-0BBF301C0772}" sibTransId="{B512563B-AF51-48C4-B0A0-9C2B72CDAD3A}"/>
    <dgm:cxn modelId="{041AE87B-90C8-42CD-9C03-AE3AD790A208}" type="presOf" srcId="{9C9EF818-3EC0-4DB5-82F7-2D33BA0A9CC8}" destId="{163CDC23-9295-4517-ABC3-5C07D773E71D}" srcOrd="0" destOrd="0" presId="urn:microsoft.com/office/officeart/2005/8/layout/hProcess9"/>
    <dgm:cxn modelId="{9FDFFA8D-A45C-435E-9ECC-DC2AEDB3653E}" type="presOf" srcId="{2B0079B4-A69C-44C1-A53F-C67B2CE14B44}" destId="{04C24731-5398-4908-A4A1-48C980DA9518}" srcOrd="0" destOrd="0" presId="urn:microsoft.com/office/officeart/2005/8/layout/hProcess9"/>
    <dgm:cxn modelId="{A4254EA6-89BE-4875-8F03-5342E803FC31}" srcId="{9C9EF818-3EC0-4DB5-82F7-2D33BA0A9CC8}" destId="{2B0079B4-A69C-44C1-A53F-C67B2CE14B44}" srcOrd="0" destOrd="0" parTransId="{8EC91F24-40FF-4886-8A8E-43FF881BF8E2}" sibTransId="{E5E165CF-11F4-4979-BD3B-F8295C069072}"/>
    <dgm:cxn modelId="{6256DCD0-E3DC-48A4-AFC4-3D6AADB3D0A4}" type="presOf" srcId="{4B1C3A3E-B3E3-426D-BDB0-2A44206083AE}" destId="{A57006A5-A45A-40BB-B326-478D3E1BD39D}" srcOrd="0" destOrd="0" presId="urn:microsoft.com/office/officeart/2005/8/layout/hProcess9"/>
    <dgm:cxn modelId="{CF82239C-A6A9-49EA-8525-4DD2BCF2D356}" type="presParOf" srcId="{163CDC23-9295-4517-ABC3-5C07D773E71D}" destId="{F1199FC9-F410-47BB-9C12-228561888053}" srcOrd="0" destOrd="0" presId="urn:microsoft.com/office/officeart/2005/8/layout/hProcess9"/>
    <dgm:cxn modelId="{F509FC2F-187E-485A-8368-B5E77340964C}" type="presParOf" srcId="{163CDC23-9295-4517-ABC3-5C07D773E71D}" destId="{2DC212A9-A3A0-40AE-B378-247ADF2EA00F}" srcOrd="1" destOrd="0" presId="urn:microsoft.com/office/officeart/2005/8/layout/hProcess9"/>
    <dgm:cxn modelId="{B78AD920-4E73-4C10-8235-A5DE2D41BFC0}" type="presParOf" srcId="{2DC212A9-A3A0-40AE-B378-247ADF2EA00F}" destId="{04C24731-5398-4908-A4A1-48C980DA9518}" srcOrd="0" destOrd="0" presId="urn:microsoft.com/office/officeart/2005/8/layout/hProcess9"/>
    <dgm:cxn modelId="{F34E7050-EBBF-474A-B4D6-DBBA9EAC8AD8}" type="presParOf" srcId="{2DC212A9-A3A0-40AE-B378-247ADF2EA00F}" destId="{78931531-7329-4330-911F-8339FAB48208}" srcOrd="1" destOrd="0" presId="urn:microsoft.com/office/officeart/2005/8/layout/hProcess9"/>
    <dgm:cxn modelId="{C2D76939-66E4-4B09-9A74-8BA673FCBC4D}" type="presParOf" srcId="{2DC212A9-A3A0-40AE-B378-247ADF2EA00F}" destId="{A57006A5-A45A-40BB-B326-478D3E1BD39D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C9EF818-3EC0-4DB5-82F7-2D33BA0A9CC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B0079B4-A69C-44C1-A53F-C67B2CE14B44}">
      <dgm:prSet phldrT="[Text]" custT="1"/>
      <dgm:spPr/>
      <dgm:t>
        <a:bodyPr/>
        <a:lstStyle/>
        <a:p>
          <a:r>
            <a: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Mini-Batch</a:t>
          </a:r>
        </a:p>
      </dgm:t>
    </dgm:pt>
    <dgm:pt modelId="{8EC91F24-40FF-4886-8A8E-43FF881BF8E2}" type="parTrans" cxnId="{A4254EA6-89BE-4875-8F03-5342E803FC31}">
      <dgm:prSet/>
      <dgm:spPr/>
      <dgm:t>
        <a:bodyPr/>
        <a:lstStyle/>
        <a:p>
          <a:endParaRPr lang="en-IN"/>
        </a:p>
      </dgm:t>
    </dgm:pt>
    <dgm:pt modelId="{E5E165CF-11F4-4979-BD3B-F8295C069072}" type="sibTrans" cxnId="{A4254EA6-89BE-4875-8F03-5342E803FC31}">
      <dgm:prSet/>
      <dgm:spPr/>
      <dgm:t>
        <a:bodyPr/>
        <a:lstStyle/>
        <a:p>
          <a:endParaRPr lang="en-IN"/>
        </a:p>
      </dgm:t>
    </dgm:pt>
    <dgm:pt modelId="{4B1C3A3E-B3E3-426D-BDB0-2A44206083AE}">
      <dgm:prSet phldrT="[Text]" custT="1"/>
      <dgm:spPr/>
      <dgm:t>
        <a:bodyPr/>
        <a:lstStyle/>
        <a:p>
          <a:r>
            <a: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Balance between the two</a:t>
          </a:r>
        </a:p>
      </dgm:t>
    </dgm:pt>
    <dgm:pt modelId="{5B555941-5BF1-4017-96E0-0BBF301C0772}" type="parTrans" cxnId="{AC2B6A5D-F0DD-457B-91C8-AB320AFF7338}">
      <dgm:prSet/>
      <dgm:spPr/>
      <dgm:t>
        <a:bodyPr/>
        <a:lstStyle/>
        <a:p>
          <a:endParaRPr lang="en-IN"/>
        </a:p>
      </dgm:t>
    </dgm:pt>
    <dgm:pt modelId="{B512563B-AF51-48C4-B0A0-9C2B72CDAD3A}" type="sibTrans" cxnId="{AC2B6A5D-F0DD-457B-91C8-AB320AFF7338}">
      <dgm:prSet/>
      <dgm:spPr/>
      <dgm:t>
        <a:bodyPr/>
        <a:lstStyle/>
        <a:p>
          <a:endParaRPr lang="en-IN"/>
        </a:p>
      </dgm:t>
    </dgm:pt>
    <dgm:pt modelId="{163CDC23-9295-4517-ABC3-5C07D773E71D}" type="pres">
      <dgm:prSet presAssocID="{9C9EF818-3EC0-4DB5-82F7-2D33BA0A9CC8}" presName="CompostProcess" presStyleCnt="0">
        <dgm:presLayoutVars>
          <dgm:dir/>
          <dgm:resizeHandles val="exact"/>
        </dgm:presLayoutVars>
      </dgm:prSet>
      <dgm:spPr/>
    </dgm:pt>
    <dgm:pt modelId="{F1199FC9-F410-47BB-9C12-228561888053}" type="pres">
      <dgm:prSet presAssocID="{9C9EF818-3EC0-4DB5-82F7-2D33BA0A9CC8}" presName="arrow" presStyleLbl="bgShp" presStyleIdx="0" presStyleCnt="1"/>
      <dgm:spPr/>
    </dgm:pt>
    <dgm:pt modelId="{2DC212A9-A3A0-40AE-B378-247ADF2EA00F}" type="pres">
      <dgm:prSet presAssocID="{9C9EF818-3EC0-4DB5-82F7-2D33BA0A9CC8}" presName="linearProcess" presStyleCnt="0"/>
      <dgm:spPr/>
    </dgm:pt>
    <dgm:pt modelId="{04C24731-5398-4908-A4A1-48C980DA9518}" type="pres">
      <dgm:prSet presAssocID="{2B0079B4-A69C-44C1-A53F-C67B2CE14B44}" presName="textNode" presStyleLbl="node1" presStyleIdx="0" presStyleCnt="2">
        <dgm:presLayoutVars>
          <dgm:bulletEnabled val="1"/>
        </dgm:presLayoutVars>
      </dgm:prSet>
      <dgm:spPr/>
    </dgm:pt>
    <dgm:pt modelId="{78931531-7329-4330-911F-8339FAB48208}" type="pres">
      <dgm:prSet presAssocID="{E5E165CF-11F4-4979-BD3B-F8295C069072}" presName="sibTrans" presStyleCnt="0"/>
      <dgm:spPr/>
    </dgm:pt>
    <dgm:pt modelId="{A57006A5-A45A-40BB-B326-478D3E1BD39D}" type="pres">
      <dgm:prSet presAssocID="{4B1C3A3E-B3E3-426D-BDB0-2A44206083AE}" presName="textNode" presStyleLbl="node1" presStyleIdx="1" presStyleCnt="2" custScaleX="150252">
        <dgm:presLayoutVars>
          <dgm:bulletEnabled val="1"/>
        </dgm:presLayoutVars>
      </dgm:prSet>
      <dgm:spPr/>
    </dgm:pt>
  </dgm:ptLst>
  <dgm:cxnLst>
    <dgm:cxn modelId="{AC2B6A5D-F0DD-457B-91C8-AB320AFF7338}" srcId="{9C9EF818-3EC0-4DB5-82F7-2D33BA0A9CC8}" destId="{4B1C3A3E-B3E3-426D-BDB0-2A44206083AE}" srcOrd="1" destOrd="0" parTransId="{5B555941-5BF1-4017-96E0-0BBF301C0772}" sibTransId="{B512563B-AF51-48C4-B0A0-9C2B72CDAD3A}"/>
    <dgm:cxn modelId="{041AE87B-90C8-42CD-9C03-AE3AD790A208}" type="presOf" srcId="{9C9EF818-3EC0-4DB5-82F7-2D33BA0A9CC8}" destId="{163CDC23-9295-4517-ABC3-5C07D773E71D}" srcOrd="0" destOrd="0" presId="urn:microsoft.com/office/officeart/2005/8/layout/hProcess9"/>
    <dgm:cxn modelId="{9FDFFA8D-A45C-435E-9ECC-DC2AEDB3653E}" type="presOf" srcId="{2B0079B4-A69C-44C1-A53F-C67B2CE14B44}" destId="{04C24731-5398-4908-A4A1-48C980DA9518}" srcOrd="0" destOrd="0" presId="urn:microsoft.com/office/officeart/2005/8/layout/hProcess9"/>
    <dgm:cxn modelId="{A4254EA6-89BE-4875-8F03-5342E803FC31}" srcId="{9C9EF818-3EC0-4DB5-82F7-2D33BA0A9CC8}" destId="{2B0079B4-A69C-44C1-A53F-C67B2CE14B44}" srcOrd="0" destOrd="0" parTransId="{8EC91F24-40FF-4886-8A8E-43FF881BF8E2}" sibTransId="{E5E165CF-11F4-4979-BD3B-F8295C069072}"/>
    <dgm:cxn modelId="{6256DCD0-E3DC-48A4-AFC4-3D6AADB3D0A4}" type="presOf" srcId="{4B1C3A3E-B3E3-426D-BDB0-2A44206083AE}" destId="{A57006A5-A45A-40BB-B326-478D3E1BD39D}" srcOrd="0" destOrd="0" presId="urn:microsoft.com/office/officeart/2005/8/layout/hProcess9"/>
    <dgm:cxn modelId="{CF82239C-A6A9-49EA-8525-4DD2BCF2D356}" type="presParOf" srcId="{163CDC23-9295-4517-ABC3-5C07D773E71D}" destId="{F1199FC9-F410-47BB-9C12-228561888053}" srcOrd="0" destOrd="0" presId="urn:microsoft.com/office/officeart/2005/8/layout/hProcess9"/>
    <dgm:cxn modelId="{F509FC2F-187E-485A-8368-B5E77340964C}" type="presParOf" srcId="{163CDC23-9295-4517-ABC3-5C07D773E71D}" destId="{2DC212A9-A3A0-40AE-B378-247ADF2EA00F}" srcOrd="1" destOrd="0" presId="urn:microsoft.com/office/officeart/2005/8/layout/hProcess9"/>
    <dgm:cxn modelId="{B78AD920-4E73-4C10-8235-A5DE2D41BFC0}" type="presParOf" srcId="{2DC212A9-A3A0-40AE-B378-247ADF2EA00F}" destId="{04C24731-5398-4908-A4A1-48C980DA9518}" srcOrd="0" destOrd="0" presId="urn:microsoft.com/office/officeart/2005/8/layout/hProcess9"/>
    <dgm:cxn modelId="{F34E7050-EBBF-474A-B4D6-DBBA9EAC8AD8}" type="presParOf" srcId="{2DC212A9-A3A0-40AE-B378-247ADF2EA00F}" destId="{78931531-7329-4330-911F-8339FAB48208}" srcOrd="1" destOrd="0" presId="urn:microsoft.com/office/officeart/2005/8/layout/hProcess9"/>
    <dgm:cxn modelId="{C2D76939-66E4-4B09-9A74-8BA673FCBC4D}" type="presParOf" srcId="{2DC212A9-A3A0-40AE-B378-247ADF2EA00F}" destId="{A57006A5-A45A-40BB-B326-478D3E1BD39D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C9EF818-3EC0-4DB5-82F7-2D33BA0A9CC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B0079B4-A69C-44C1-A53F-C67B2CE14B44}">
      <dgm:prSet phldrT="[Text]" custT="1"/>
      <dgm:spPr/>
      <dgm:t>
        <a:bodyPr/>
        <a:lstStyle/>
        <a:p>
          <a:r>
            <a: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Online Learning</a:t>
          </a:r>
        </a:p>
      </dgm:t>
    </dgm:pt>
    <dgm:pt modelId="{8EC91F24-40FF-4886-8A8E-43FF881BF8E2}" type="parTrans" cxnId="{A4254EA6-89BE-4875-8F03-5342E803FC31}">
      <dgm:prSet/>
      <dgm:spPr/>
      <dgm:t>
        <a:bodyPr/>
        <a:lstStyle/>
        <a:p>
          <a:endParaRPr lang="en-IN"/>
        </a:p>
      </dgm:t>
    </dgm:pt>
    <dgm:pt modelId="{E5E165CF-11F4-4979-BD3B-F8295C069072}" type="sibTrans" cxnId="{A4254EA6-89BE-4875-8F03-5342E803FC31}">
      <dgm:prSet/>
      <dgm:spPr/>
      <dgm:t>
        <a:bodyPr/>
        <a:lstStyle/>
        <a:p>
          <a:endParaRPr lang="en-IN"/>
        </a:p>
      </dgm:t>
    </dgm:pt>
    <dgm:pt modelId="{4B1C3A3E-B3E3-426D-BDB0-2A44206083AE}">
      <dgm:prSet phldrT="[Text]"/>
      <dgm:spPr/>
      <dgm:t>
        <a:bodyPr/>
        <a:lstStyle/>
        <a:p>
          <a:r>
            <a: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Fast updates but noisy</a:t>
          </a:r>
        </a:p>
      </dgm:t>
    </dgm:pt>
    <dgm:pt modelId="{5B555941-5BF1-4017-96E0-0BBF301C0772}" type="parTrans" cxnId="{AC2B6A5D-F0DD-457B-91C8-AB320AFF7338}">
      <dgm:prSet/>
      <dgm:spPr/>
      <dgm:t>
        <a:bodyPr/>
        <a:lstStyle/>
        <a:p>
          <a:endParaRPr lang="en-IN"/>
        </a:p>
      </dgm:t>
    </dgm:pt>
    <dgm:pt modelId="{B512563B-AF51-48C4-B0A0-9C2B72CDAD3A}" type="sibTrans" cxnId="{AC2B6A5D-F0DD-457B-91C8-AB320AFF7338}">
      <dgm:prSet/>
      <dgm:spPr/>
      <dgm:t>
        <a:bodyPr/>
        <a:lstStyle/>
        <a:p>
          <a:endParaRPr lang="en-IN"/>
        </a:p>
      </dgm:t>
    </dgm:pt>
    <dgm:pt modelId="{163CDC23-9295-4517-ABC3-5C07D773E71D}" type="pres">
      <dgm:prSet presAssocID="{9C9EF818-3EC0-4DB5-82F7-2D33BA0A9CC8}" presName="CompostProcess" presStyleCnt="0">
        <dgm:presLayoutVars>
          <dgm:dir/>
          <dgm:resizeHandles val="exact"/>
        </dgm:presLayoutVars>
      </dgm:prSet>
      <dgm:spPr/>
    </dgm:pt>
    <dgm:pt modelId="{F1199FC9-F410-47BB-9C12-228561888053}" type="pres">
      <dgm:prSet presAssocID="{9C9EF818-3EC0-4DB5-82F7-2D33BA0A9CC8}" presName="arrow" presStyleLbl="bgShp" presStyleIdx="0" presStyleCnt="1"/>
      <dgm:spPr/>
    </dgm:pt>
    <dgm:pt modelId="{2DC212A9-A3A0-40AE-B378-247ADF2EA00F}" type="pres">
      <dgm:prSet presAssocID="{9C9EF818-3EC0-4DB5-82F7-2D33BA0A9CC8}" presName="linearProcess" presStyleCnt="0"/>
      <dgm:spPr/>
    </dgm:pt>
    <dgm:pt modelId="{04C24731-5398-4908-A4A1-48C980DA9518}" type="pres">
      <dgm:prSet presAssocID="{2B0079B4-A69C-44C1-A53F-C67B2CE14B44}" presName="textNode" presStyleLbl="node1" presStyleIdx="0" presStyleCnt="2">
        <dgm:presLayoutVars>
          <dgm:bulletEnabled val="1"/>
        </dgm:presLayoutVars>
      </dgm:prSet>
      <dgm:spPr/>
    </dgm:pt>
    <dgm:pt modelId="{78931531-7329-4330-911F-8339FAB48208}" type="pres">
      <dgm:prSet presAssocID="{E5E165CF-11F4-4979-BD3B-F8295C069072}" presName="sibTrans" presStyleCnt="0"/>
      <dgm:spPr/>
    </dgm:pt>
    <dgm:pt modelId="{A57006A5-A45A-40BB-B326-478D3E1BD39D}" type="pres">
      <dgm:prSet presAssocID="{4B1C3A3E-B3E3-426D-BDB0-2A44206083AE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AC2B6A5D-F0DD-457B-91C8-AB320AFF7338}" srcId="{9C9EF818-3EC0-4DB5-82F7-2D33BA0A9CC8}" destId="{4B1C3A3E-B3E3-426D-BDB0-2A44206083AE}" srcOrd="1" destOrd="0" parTransId="{5B555941-5BF1-4017-96E0-0BBF301C0772}" sibTransId="{B512563B-AF51-48C4-B0A0-9C2B72CDAD3A}"/>
    <dgm:cxn modelId="{041AE87B-90C8-42CD-9C03-AE3AD790A208}" type="presOf" srcId="{9C9EF818-3EC0-4DB5-82F7-2D33BA0A9CC8}" destId="{163CDC23-9295-4517-ABC3-5C07D773E71D}" srcOrd="0" destOrd="0" presId="urn:microsoft.com/office/officeart/2005/8/layout/hProcess9"/>
    <dgm:cxn modelId="{9FDFFA8D-A45C-435E-9ECC-DC2AEDB3653E}" type="presOf" srcId="{2B0079B4-A69C-44C1-A53F-C67B2CE14B44}" destId="{04C24731-5398-4908-A4A1-48C980DA9518}" srcOrd="0" destOrd="0" presId="urn:microsoft.com/office/officeart/2005/8/layout/hProcess9"/>
    <dgm:cxn modelId="{A4254EA6-89BE-4875-8F03-5342E803FC31}" srcId="{9C9EF818-3EC0-4DB5-82F7-2D33BA0A9CC8}" destId="{2B0079B4-A69C-44C1-A53F-C67B2CE14B44}" srcOrd="0" destOrd="0" parTransId="{8EC91F24-40FF-4886-8A8E-43FF881BF8E2}" sibTransId="{E5E165CF-11F4-4979-BD3B-F8295C069072}"/>
    <dgm:cxn modelId="{6256DCD0-E3DC-48A4-AFC4-3D6AADB3D0A4}" type="presOf" srcId="{4B1C3A3E-B3E3-426D-BDB0-2A44206083AE}" destId="{A57006A5-A45A-40BB-B326-478D3E1BD39D}" srcOrd="0" destOrd="0" presId="urn:microsoft.com/office/officeart/2005/8/layout/hProcess9"/>
    <dgm:cxn modelId="{CF82239C-A6A9-49EA-8525-4DD2BCF2D356}" type="presParOf" srcId="{163CDC23-9295-4517-ABC3-5C07D773E71D}" destId="{F1199FC9-F410-47BB-9C12-228561888053}" srcOrd="0" destOrd="0" presId="urn:microsoft.com/office/officeart/2005/8/layout/hProcess9"/>
    <dgm:cxn modelId="{F509FC2F-187E-485A-8368-B5E77340964C}" type="presParOf" srcId="{163CDC23-9295-4517-ABC3-5C07D773E71D}" destId="{2DC212A9-A3A0-40AE-B378-247ADF2EA00F}" srcOrd="1" destOrd="0" presId="urn:microsoft.com/office/officeart/2005/8/layout/hProcess9"/>
    <dgm:cxn modelId="{B78AD920-4E73-4C10-8235-A5DE2D41BFC0}" type="presParOf" srcId="{2DC212A9-A3A0-40AE-B378-247ADF2EA00F}" destId="{04C24731-5398-4908-A4A1-48C980DA9518}" srcOrd="0" destOrd="0" presId="urn:microsoft.com/office/officeart/2005/8/layout/hProcess9"/>
    <dgm:cxn modelId="{F34E7050-EBBF-474A-B4D6-DBBA9EAC8AD8}" type="presParOf" srcId="{2DC212A9-A3A0-40AE-B378-247ADF2EA00F}" destId="{78931531-7329-4330-911F-8339FAB48208}" srcOrd="1" destOrd="0" presId="urn:microsoft.com/office/officeart/2005/8/layout/hProcess9"/>
    <dgm:cxn modelId="{C2D76939-66E4-4B09-9A74-8BA673FCBC4D}" type="presParOf" srcId="{2DC212A9-A3A0-40AE-B378-247ADF2EA00F}" destId="{A57006A5-A45A-40BB-B326-478D3E1BD39D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175ED59-0223-4DB2-A9AF-C028296E1E8B}" type="doc">
      <dgm:prSet loTypeId="urn:microsoft.com/office/officeart/2005/8/layout/process2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A302319D-4E68-4F82-A0D8-5F8B413B7EDB}">
      <dgm:prSet phldrT="[Text]" phldr="0"/>
      <dgm:spPr/>
      <dgm:t>
        <a:bodyPr/>
        <a:lstStyle/>
        <a:p>
          <a:r>
            <a:rPr lang="en-IN" b="1"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endParaRPr lang="en-IN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43A4EC-7254-4C34-850C-6E690716D58F}" type="parTrans" cxnId="{6F9237CF-88AE-4E67-ADCF-FB5CE78D59EB}">
      <dgm:prSet/>
      <dgm:spPr/>
      <dgm:t>
        <a:bodyPr/>
        <a:lstStyle/>
        <a:p>
          <a:endParaRPr lang="en-IN"/>
        </a:p>
      </dgm:t>
    </dgm:pt>
    <dgm:pt modelId="{89D4A84B-E5C4-44DE-934A-CCDC049DECC9}" type="sibTrans" cxnId="{6F9237CF-88AE-4E67-ADCF-FB5CE78D59EB}">
      <dgm:prSet/>
      <dgm:spPr/>
      <dgm:t>
        <a:bodyPr/>
        <a:lstStyle/>
        <a:p>
          <a:endParaRPr lang="en-IN"/>
        </a:p>
      </dgm:t>
    </dgm:pt>
    <dgm:pt modelId="{1204077C-D80A-4CB9-95EF-BCEE397A3A4A}">
      <dgm:prSet phldrT="[Text]" phldr="0"/>
      <dgm:spPr/>
      <dgm:t>
        <a:bodyPr/>
        <a:lstStyle/>
        <a:p>
          <a:r>
            <a:rPr lang="en-IN" b="1">
              <a:latin typeface="Arial" panose="020B0604020202020204" pitchFamily="34" charset="0"/>
              <a:cs typeface="Arial" panose="020B0604020202020204" pitchFamily="34" charset="0"/>
            </a:rPr>
            <a:t>MONITOR VALIDATING ERRORS</a:t>
          </a:r>
          <a:endParaRPr lang="en-IN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32D2C2-C133-4A52-8A5D-7E6CF5D65572}" type="parTrans" cxnId="{58A3ABAA-34AD-4852-A85B-41345ABF39E5}">
      <dgm:prSet/>
      <dgm:spPr/>
      <dgm:t>
        <a:bodyPr/>
        <a:lstStyle/>
        <a:p>
          <a:endParaRPr lang="en-IN"/>
        </a:p>
      </dgm:t>
    </dgm:pt>
    <dgm:pt modelId="{B575E74E-268A-48DA-B495-CE8584CE3965}" type="sibTrans" cxnId="{58A3ABAA-34AD-4852-A85B-41345ABF39E5}">
      <dgm:prSet/>
      <dgm:spPr/>
      <dgm:t>
        <a:bodyPr/>
        <a:lstStyle/>
        <a:p>
          <a:endParaRPr lang="en-IN"/>
        </a:p>
      </dgm:t>
    </dgm:pt>
    <dgm:pt modelId="{7DF4FB33-63CD-45CD-9A33-F14D13035C1C}">
      <dgm:prSet phldrT="[Text]" phldr="0"/>
      <dgm:spPr/>
      <dgm:t>
        <a:bodyPr/>
        <a:lstStyle/>
        <a:p>
          <a:r>
            <a:rPr lang="en-IN" b="1" dirty="0">
              <a:latin typeface="Arial" panose="020B0604020202020204" pitchFamily="34" charset="0"/>
              <a:cs typeface="Arial" panose="020B0604020202020204" pitchFamily="34" charset="0"/>
            </a:rPr>
            <a:t>NOT IMPROVING</a:t>
          </a:r>
          <a:r>
            <a:rPr lang="en-IN" dirty="0"/>
            <a:t>  </a:t>
          </a:r>
        </a:p>
      </dgm:t>
    </dgm:pt>
    <dgm:pt modelId="{A88C39EB-4F91-471B-B79C-4B2E0B040559}" type="parTrans" cxnId="{9EA2D77E-4564-407A-8CA6-95EFB3713935}">
      <dgm:prSet/>
      <dgm:spPr/>
      <dgm:t>
        <a:bodyPr/>
        <a:lstStyle/>
        <a:p>
          <a:endParaRPr lang="en-IN"/>
        </a:p>
      </dgm:t>
    </dgm:pt>
    <dgm:pt modelId="{57C36DC1-3AC2-40AC-83BE-21CF1753BCE2}" type="sibTrans" cxnId="{9EA2D77E-4564-407A-8CA6-95EFB3713935}">
      <dgm:prSet/>
      <dgm:spPr/>
      <dgm:t>
        <a:bodyPr/>
        <a:lstStyle/>
        <a:p>
          <a:endParaRPr lang="en-IN"/>
        </a:p>
      </dgm:t>
    </dgm:pt>
    <dgm:pt modelId="{C34E1A03-770B-4EFB-A31D-48EC9FB6ED42}" type="pres">
      <dgm:prSet presAssocID="{9175ED59-0223-4DB2-A9AF-C028296E1E8B}" presName="linearFlow" presStyleCnt="0">
        <dgm:presLayoutVars>
          <dgm:resizeHandles val="exact"/>
        </dgm:presLayoutVars>
      </dgm:prSet>
      <dgm:spPr/>
    </dgm:pt>
    <dgm:pt modelId="{E132B39C-A0C0-4FDB-9FE3-7E60541A8BE7}" type="pres">
      <dgm:prSet presAssocID="{A302319D-4E68-4F82-A0D8-5F8B413B7EDB}" presName="node" presStyleLbl="node1" presStyleIdx="0" presStyleCnt="3">
        <dgm:presLayoutVars>
          <dgm:bulletEnabled val="1"/>
        </dgm:presLayoutVars>
      </dgm:prSet>
      <dgm:spPr/>
    </dgm:pt>
    <dgm:pt modelId="{F27A3BD7-93BA-4256-842F-6F6A780BF98F}" type="pres">
      <dgm:prSet presAssocID="{89D4A84B-E5C4-44DE-934A-CCDC049DECC9}" presName="sibTrans" presStyleLbl="sibTrans2D1" presStyleIdx="0" presStyleCnt="2"/>
      <dgm:spPr/>
    </dgm:pt>
    <dgm:pt modelId="{E5959438-3654-4C01-AA93-9CEBFC7EBB7B}" type="pres">
      <dgm:prSet presAssocID="{89D4A84B-E5C4-44DE-934A-CCDC049DECC9}" presName="connectorText" presStyleLbl="sibTrans2D1" presStyleIdx="0" presStyleCnt="2"/>
      <dgm:spPr/>
    </dgm:pt>
    <dgm:pt modelId="{9A8EE618-93E9-4E0C-A3A0-8116F03340D7}" type="pres">
      <dgm:prSet presAssocID="{1204077C-D80A-4CB9-95EF-BCEE397A3A4A}" presName="node" presStyleLbl="node1" presStyleIdx="1" presStyleCnt="3">
        <dgm:presLayoutVars>
          <dgm:bulletEnabled val="1"/>
        </dgm:presLayoutVars>
      </dgm:prSet>
      <dgm:spPr/>
    </dgm:pt>
    <dgm:pt modelId="{227F31AF-38F7-45AB-A1A5-54FF1944FEB1}" type="pres">
      <dgm:prSet presAssocID="{B575E74E-268A-48DA-B495-CE8584CE3965}" presName="sibTrans" presStyleLbl="sibTrans2D1" presStyleIdx="1" presStyleCnt="2"/>
      <dgm:spPr/>
    </dgm:pt>
    <dgm:pt modelId="{702CE12A-75C7-43B1-9DE2-56C09FA573E5}" type="pres">
      <dgm:prSet presAssocID="{B575E74E-268A-48DA-B495-CE8584CE3965}" presName="connectorText" presStyleLbl="sibTrans2D1" presStyleIdx="1" presStyleCnt="2"/>
      <dgm:spPr/>
    </dgm:pt>
    <dgm:pt modelId="{EB5B739A-FDFE-4174-B217-05E5346FB95C}" type="pres">
      <dgm:prSet presAssocID="{7DF4FB33-63CD-45CD-9A33-F14D13035C1C}" presName="node" presStyleLbl="node1" presStyleIdx="2" presStyleCnt="3">
        <dgm:presLayoutVars>
          <dgm:bulletEnabled val="1"/>
        </dgm:presLayoutVars>
      </dgm:prSet>
      <dgm:spPr/>
    </dgm:pt>
  </dgm:ptLst>
  <dgm:cxnLst>
    <dgm:cxn modelId="{73AE5725-6A95-4E66-9E74-30DA6ADE0FD7}" type="presOf" srcId="{89D4A84B-E5C4-44DE-934A-CCDC049DECC9}" destId="{F27A3BD7-93BA-4256-842F-6F6A780BF98F}" srcOrd="0" destOrd="0" presId="urn:microsoft.com/office/officeart/2005/8/layout/process2"/>
    <dgm:cxn modelId="{0FF3763D-76C3-4A62-8BAC-325B32FA5B9F}" type="presOf" srcId="{7DF4FB33-63CD-45CD-9A33-F14D13035C1C}" destId="{EB5B739A-FDFE-4174-B217-05E5346FB95C}" srcOrd="0" destOrd="0" presId="urn:microsoft.com/office/officeart/2005/8/layout/process2"/>
    <dgm:cxn modelId="{8D0D6D5D-07FF-4803-8F26-FDA3946178C6}" type="presOf" srcId="{9175ED59-0223-4DB2-A9AF-C028296E1E8B}" destId="{C34E1A03-770B-4EFB-A31D-48EC9FB6ED42}" srcOrd="0" destOrd="0" presId="urn:microsoft.com/office/officeart/2005/8/layout/process2"/>
    <dgm:cxn modelId="{29D0754F-70F9-465B-BE1A-80B4A536821B}" type="presOf" srcId="{B575E74E-268A-48DA-B495-CE8584CE3965}" destId="{702CE12A-75C7-43B1-9DE2-56C09FA573E5}" srcOrd="1" destOrd="0" presId="urn:microsoft.com/office/officeart/2005/8/layout/process2"/>
    <dgm:cxn modelId="{52086450-CD85-4A4D-9220-67CA4C48DE43}" type="presOf" srcId="{B575E74E-268A-48DA-B495-CE8584CE3965}" destId="{227F31AF-38F7-45AB-A1A5-54FF1944FEB1}" srcOrd="0" destOrd="0" presId="urn:microsoft.com/office/officeart/2005/8/layout/process2"/>
    <dgm:cxn modelId="{9EA2D77E-4564-407A-8CA6-95EFB3713935}" srcId="{9175ED59-0223-4DB2-A9AF-C028296E1E8B}" destId="{7DF4FB33-63CD-45CD-9A33-F14D13035C1C}" srcOrd="2" destOrd="0" parTransId="{A88C39EB-4F91-471B-B79C-4B2E0B040559}" sibTransId="{57C36DC1-3AC2-40AC-83BE-21CF1753BCE2}"/>
    <dgm:cxn modelId="{58A3ABAA-34AD-4852-A85B-41345ABF39E5}" srcId="{9175ED59-0223-4DB2-A9AF-C028296E1E8B}" destId="{1204077C-D80A-4CB9-95EF-BCEE397A3A4A}" srcOrd="1" destOrd="0" parTransId="{6B32D2C2-C133-4A52-8A5D-7E6CF5D65572}" sibTransId="{B575E74E-268A-48DA-B495-CE8584CE3965}"/>
    <dgm:cxn modelId="{C57A34B2-5AD4-4CE1-97CE-41B3D90EFC4F}" type="presOf" srcId="{1204077C-D80A-4CB9-95EF-BCEE397A3A4A}" destId="{9A8EE618-93E9-4E0C-A3A0-8116F03340D7}" srcOrd="0" destOrd="0" presId="urn:microsoft.com/office/officeart/2005/8/layout/process2"/>
    <dgm:cxn modelId="{525D3FC3-F3E3-43E6-BE5F-6C2F55ADE4C7}" type="presOf" srcId="{A302319D-4E68-4F82-A0D8-5F8B413B7EDB}" destId="{E132B39C-A0C0-4FDB-9FE3-7E60541A8BE7}" srcOrd="0" destOrd="0" presId="urn:microsoft.com/office/officeart/2005/8/layout/process2"/>
    <dgm:cxn modelId="{6F9237CF-88AE-4E67-ADCF-FB5CE78D59EB}" srcId="{9175ED59-0223-4DB2-A9AF-C028296E1E8B}" destId="{A302319D-4E68-4F82-A0D8-5F8B413B7EDB}" srcOrd="0" destOrd="0" parTransId="{E943A4EC-7254-4C34-850C-6E690716D58F}" sibTransId="{89D4A84B-E5C4-44DE-934A-CCDC049DECC9}"/>
    <dgm:cxn modelId="{B3D391DC-9062-4960-9AEB-E306F753BB13}" type="presOf" srcId="{89D4A84B-E5C4-44DE-934A-CCDC049DECC9}" destId="{E5959438-3654-4C01-AA93-9CEBFC7EBB7B}" srcOrd="1" destOrd="0" presId="urn:microsoft.com/office/officeart/2005/8/layout/process2"/>
    <dgm:cxn modelId="{27B2C2C1-35F8-4768-9C9E-88F4B3F337AE}" type="presParOf" srcId="{C34E1A03-770B-4EFB-A31D-48EC9FB6ED42}" destId="{E132B39C-A0C0-4FDB-9FE3-7E60541A8BE7}" srcOrd="0" destOrd="0" presId="urn:microsoft.com/office/officeart/2005/8/layout/process2"/>
    <dgm:cxn modelId="{ED81A17C-A0C6-42A3-81C6-FED688D53A20}" type="presParOf" srcId="{C34E1A03-770B-4EFB-A31D-48EC9FB6ED42}" destId="{F27A3BD7-93BA-4256-842F-6F6A780BF98F}" srcOrd="1" destOrd="0" presId="urn:microsoft.com/office/officeart/2005/8/layout/process2"/>
    <dgm:cxn modelId="{E81FD951-4A07-4607-A558-FD5AC4A4E7F2}" type="presParOf" srcId="{F27A3BD7-93BA-4256-842F-6F6A780BF98F}" destId="{E5959438-3654-4C01-AA93-9CEBFC7EBB7B}" srcOrd="0" destOrd="0" presId="urn:microsoft.com/office/officeart/2005/8/layout/process2"/>
    <dgm:cxn modelId="{74F90898-9ED5-4557-BCCC-652A588E9616}" type="presParOf" srcId="{C34E1A03-770B-4EFB-A31D-48EC9FB6ED42}" destId="{9A8EE618-93E9-4E0C-A3A0-8116F03340D7}" srcOrd="2" destOrd="0" presId="urn:microsoft.com/office/officeart/2005/8/layout/process2"/>
    <dgm:cxn modelId="{811D2AF0-6F7C-4023-AB67-3C06248583FB}" type="presParOf" srcId="{C34E1A03-770B-4EFB-A31D-48EC9FB6ED42}" destId="{227F31AF-38F7-45AB-A1A5-54FF1944FEB1}" srcOrd="3" destOrd="0" presId="urn:microsoft.com/office/officeart/2005/8/layout/process2"/>
    <dgm:cxn modelId="{A799F138-4B47-40C2-91A8-02F0A1EB649B}" type="presParOf" srcId="{227F31AF-38F7-45AB-A1A5-54FF1944FEB1}" destId="{702CE12A-75C7-43B1-9DE2-56C09FA573E5}" srcOrd="0" destOrd="0" presId="urn:microsoft.com/office/officeart/2005/8/layout/process2"/>
    <dgm:cxn modelId="{BA01FDC6-8CFA-4424-9569-F925A413E0A3}" type="presParOf" srcId="{C34E1A03-770B-4EFB-A31D-48EC9FB6ED42}" destId="{EB5B739A-FDFE-4174-B217-05E5346FB95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50B7B-D09A-4925-99A0-5F89A16DA379}">
      <dsp:nvSpPr>
        <dsp:cNvPr id="0" name=""/>
        <dsp:cNvSpPr/>
      </dsp:nvSpPr>
      <dsp:spPr>
        <a:xfrm>
          <a:off x="1322286" y="0"/>
          <a:ext cx="1869440" cy="7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New Representation</a:t>
          </a:r>
        </a:p>
      </dsp:txBody>
      <dsp:txXfrm>
        <a:off x="1344298" y="22012"/>
        <a:ext cx="1825416" cy="707509"/>
      </dsp:txXfrm>
    </dsp:sp>
    <dsp:sp modelId="{263836C2-30AC-40F0-BCDE-D4DA6B4A9859}">
      <dsp:nvSpPr>
        <dsp:cNvPr id="0" name=""/>
        <dsp:cNvSpPr/>
      </dsp:nvSpPr>
      <dsp:spPr>
        <a:xfrm rot="5400000">
          <a:off x="2116093" y="770322"/>
          <a:ext cx="281825" cy="3381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2155549" y="798505"/>
        <a:ext cx="202914" cy="197278"/>
      </dsp:txXfrm>
    </dsp:sp>
    <dsp:sp modelId="{7071D5DA-F78B-4AC3-933D-8867879C8B68}">
      <dsp:nvSpPr>
        <dsp:cNvPr id="0" name=""/>
        <dsp:cNvSpPr/>
      </dsp:nvSpPr>
      <dsp:spPr>
        <a:xfrm>
          <a:off x="1322286" y="1127300"/>
          <a:ext cx="1869440" cy="7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Decision Boundary</a:t>
          </a:r>
        </a:p>
      </dsp:txBody>
      <dsp:txXfrm>
        <a:off x="1344298" y="1149312"/>
        <a:ext cx="1825416" cy="707509"/>
      </dsp:txXfrm>
    </dsp:sp>
    <dsp:sp modelId="{D7B1CFA8-3F58-4BCE-BF94-494F81ADB151}">
      <dsp:nvSpPr>
        <dsp:cNvPr id="0" name=""/>
        <dsp:cNvSpPr/>
      </dsp:nvSpPr>
      <dsp:spPr>
        <a:xfrm rot="5400000">
          <a:off x="2116093" y="1897622"/>
          <a:ext cx="281825" cy="3381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2155549" y="1925805"/>
        <a:ext cx="202914" cy="197278"/>
      </dsp:txXfrm>
    </dsp:sp>
    <dsp:sp modelId="{17C62630-4826-4CFA-83D7-3791C9599B02}">
      <dsp:nvSpPr>
        <dsp:cNvPr id="0" name=""/>
        <dsp:cNvSpPr/>
      </dsp:nvSpPr>
      <dsp:spPr>
        <a:xfrm>
          <a:off x="1322286" y="2254601"/>
          <a:ext cx="1869440" cy="7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XOR Solved</a:t>
          </a:r>
        </a:p>
      </dsp:txBody>
      <dsp:txXfrm>
        <a:off x="1344298" y="2276613"/>
        <a:ext cx="1825416" cy="7075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50B7B-D09A-4925-99A0-5F89A16DA379}">
      <dsp:nvSpPr>
        <dsp:cNvPr id="0" name=""/>
        <dsp:cNvSpPr/>
      </dsp:nvSpPr>
      <dsp:spPr>
        <a:xfrm>
          <a:off x="1933839" y="15580"/>
          <a:ext cx="1875425" cy="7539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Original XOR Data</a:t>
          </a:r>
        </a:p>
      </dsp:txBody>
      <dsp:txXfrm>
        <a:off x="1955921" y="37662"/>
        <a:ext cx="1831261" cy="709775"/>
      </dsp:txXfrm>
    </dsp:sp>
    <dsp:sp modelId="{263836C2-30AC-40F0-BCDE-D4DA6B4A9859}">
      <dsp:nvSpPr>
        <dsp:cNvPr id="0" name=""/>
        <dsp:cNvSpPr/>
      </dsp:nvSpPr>
      <dsp:spPr>
        <a:xfrm rot="5342258">
          <a:off x="2745379" y="780578"/>
          <a:ext cx="271080" cy="3392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-5400000">
        <a:off x="2778454" y="814680"/>
        <a:ext cx="203564" cy="189756"/>
      </dsp:txXfrm>
    </dsp:sp>
    <dsp:sp modelId="{7071D5DA-F78B-4AC3-933D-8867879C8B68}">
      <dsp:nvSpPr>
        <dsp:cNvPr id="0" name=""/>
        <dsp:cNvSpPr/>
      </dsp:nvSpPr>
      <dsp:spPr>
        <a:xfrm>
          <a:off x="1952574" y="1130909"/>
          <a:ext cx="1875425" cy="7539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Hidden Layer</a:t>
          </a:r>
        </a:p>
      </dsp:txBody>
      <dsp:txXfrm>
        <a:off x="1974656" y="1152991"/>
        <a:ext cx="1831261" cy="709775"/>
      </dsp:txXfrm>
    </dsp:sp>
    <dsp:sp modelId="{D7B1CFA8-3F58-4BCE-BF94-494F81ADB151}">
      <dsp:nvSpPr>
        <dsp:cNvPr id="0" name=""/>
        <dsp:cNvSpPr/>
      </dsp:nvSpPr>
      <dsp:spPr>
        <a:xfrm rot="5400000">
          <a:off x="2748923" y="1903697"/>
          <a:ext cx="282727" cy="3392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2788505" y="1931969"/>
        <a:ext cx="203564" cy="197909"/>
      </dsp:txXfrm>
    </dsp:sp>
    <dsp:sp modelId="{17C62630-4826-4CFA-83D7-3791C9599B02}">
      <dsp:nvSpPr>
        <dsp:cNvPr id="0" name=""/>
        <dsp:cNvSpPr/>
      </dsp:nvSpPr>
      <dsp:spPr>
        <a:xfrm>
          <a:off x="1952574" y="2261819"/>
          <a:ext cx="1875425" cy="7539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Feature Transformation</a:t>
          </a:r>
        </a:p>
      </dsp:txBody>
      <dsp:txXfrm>
        <a:off x="1974656" y="2283901"/>
        <a:ext cx="1831261" cy="7097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95F21-2E4A-46DA-86BE-7E7C8A9D381D}">
      <dsp:nvSpPr>
        <dsp:cNvPr id="0" name=""/>
        <dsp:cNvSpPr/>
      </dsp:nvSpPr>
      <dsp:spPr>
        <a:xfrm>
          <a:off x="0" y="490409"/>
          <a:ext cx="5300285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5F922-3AE9-4E53-99EA-8B5796F0AE9D}">
      <dsp:nvSpPr>
        <dsp:cNvPr id="0" name=""/>
        <dsp:cNvSpPr/>
      </dsp:nvSpPr>
      <dsp:spPr>
        <a:xfrm>
          <a:off x="292056" y="65445"/>
          <a:ext cx="3710199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37" tIns="0" rIns="140237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LEARNING RATE</a:t>
          </a:r>
        </a:p>
      </dsp:txBody>
      <dsp:txXfrm>
        <a:off x="335287" y="108676"/>
        <a:ext cx="3623737" cy="799138"/>
      </dsp:txXfrm>
    </dsp:sp>
    <dsp:sp modelId="{4E724573-5027-4D34-BCB5-25E2EAAA8422}">
      <dsp:nvSpPr>
        <dsp:cNvPr id="0" name=""/>
        <dsp:cNvSpPr/>
      </dsp:nvSpPr>
      <dsp:spPr>
        <a:xfrm>
          <a:off x="0" y="1851209"/>
          <a:ext cx="5300285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DA92D-F3FC-4ED3-A8AD-EC1ECCD00CA1}">
      <dsp:nvSpPr>
        <dsp:cNvPr id="0" name=""/>
        <dsp:cNvSpPr/>
      </dsp:nvSpPr>
      <dsp:spPr>
        <a:xfrm>
          <a:off x="265014" y="1408409"/>
          <a:ext cx="3710199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37" tIns="0" rIns="140237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MOMENTUM</a:t>
          </a:r>
        </a:p>
      </dsp:txBody>
      <dsp:txXfrm>
        <a:off x="308245" y="1451640"/>
        <a:ext cx="3623737" cy="799138"/>
      </dsp:txXfrm>
    </dsp:sp>
    <dsp:sp modelId="{9A8722A2-2593-4DBB-A471-55FBCC59E308}">
      <dsp:nvSpPr>
        <dsp:cNvPr id="0" name=""/>
        <dsp:cNvSpPr/>
      </dsp:nvSpPr>
      <dsp:spPr>
        <a:xfrm>
          <a:off x="0" y="3212009"/>
          <a:ext cx="5300285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FA99C-2CC0-497A-837E-3468201C23B7}">
      <dsp:nvSpPr>
        <dsp:cNvPr id="0" name=""/>
        <dsp:cNvSpPr/>
      </dsp:nvSpPr>
      <dsp:spPr>
        <a:xfrm>
          <a:off x="265014" y="2769209"/>
          <a:ext cx="3710199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37" tIns="0" rIns="140237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WEIGHT INITIALIZATION</a:t>
          </a:r>
        </a:p>
      </dsp:txBody>
      <dsp:txXfrm>
        <a:off x="308245" y="2812440"/>
        <a:ext cx="3623737" cy="7991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95F21-2E4A-46DA-86BE-7E7C8A9D381D}">
      <dsp:nvSpPr>
        <dsp:cNvPr id="0" name=""/>
        <dsp:cNvSpPr/>
      </dsp:nvSpPr>
      <dsp:spPr>
        <a:xfrm>
          <a:off x="0" y="450754"/>
          <a:ext cx="5732127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5F922-3AE9-4E53-99EA-8B5796F0AE9D}">
      <dsp:nvSpPr>
        <dsp:cNvPr id="0" name=""/>
        <dsp:cNvSpPr/>
      </dsp:nvSpPr>
      <dsp:spPr>
        <a:xfrm>
          <a:off x="305267" y="2"/>
          <a:ext cx="4012488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663" tIns="0" rIns="15166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INPUT NORMALIZATION</a:t>
          </a:r>
        </a:p>
      </dsp:txBody>
      <dsp:txXfrm>
        <a:off x="348498" y="43233"/>
        <a:ext cx="3926026" cy="799138"/>
      </dsp:txXfrm>
    </dsp:sp>
    <dsp:sp modelId="{4E724573-5027-4D34-BCB5-25E2EAAA8422}">
      <dsp:nvSpPr>
        <dsp:cNvPr id="0" name=""/>
        <dsp:cNvSpPr/>
      </dsp:nvSpPr>
      <dsp:spPr>
        <a:xfrm>
          <a:off x="0" y="1811555"/>
          <a:ext cx="5732127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DA92D-F3FC-4ED3-A8AD-EC1ECCD00CA1}">
      <dsp:nvSpPr>
        <dsp:cNvPr id="0" name=""/>
        <dsp:cNvSpPr/>
      </dsp:nvSpPr>
      <dsp:spPr>
        <a:xfrm>
          <a:off x="294972" y="1350095"/>
          <a:ext cx="4012488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663" tIns="0" rIns="15166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ACTIVATION FUNCTION</a:t>
          </a:r>
        </a:p>
      </dsp:txBody>
      <dsp:txXfrm>
        <a:off x="338203" y="1393326"/>
        <a:ext cx="3926026" cy="799138"/>
      </dsp:txXfrm>
    </dsp:sp>
    <dsp:sp modelId="{9A8722A2-2593-4DBB-A471-55FBCC59E308}">
      <dsp:nvSpPr>
        <dsp:cNvPr id="0" name=""/>
        <dsp:cNvSpPr/>
      </dsp:nvSpPr>
      <dsp:spPr>
        <a:xfrm>
          <a:off x="0" y="3172355"/>
          <a:ext cx="5732127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FA99C-2CC0-497A-837E-3468201C23B7}">
      <dsp:nvSpPr>
        <dsp:cNvPr id="0" name=""/>
        <dsp:cNvSpPr/>
      </dsp:nvSpPr>
      <dsp:spPr>
        <a:xfrm>
          <a:off x="286606" y="2729555"/>
          <a:ext cx="4012488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663" tIns="0" rIns="15166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MINI-BATCH TRAINING</a:t>
          </a:r>
        </a:p>
      </dsp:txBody>
      <dsp:txXfrm>
        <a:off x="329837" y="2772786"/>
        <a:ext cx="3926026" cy="7991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99FC9-F410-47BB-9C12-228561888053}">
      <dsp:nvSpPr>
        <dsp:cNvPr id="0" name=""/>
        <dsp:cNvSpPr/>
      </dsp:nvSpPr>
      <dsp:spPr>
        <a:xfrm>
          <a:off x="324160" y="0"/>
          <a:ext cx="3673824" cy="276786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C24731-5398-4908-A4A1-48C980DA9518}">
      <dsp:nvSpPr>
        <dsp:cNvPr id="0" name=""/>
        <dsp:cNvSpPr/>
      </dsp:nvSpPr>
      <dsp:spPr>
        <a:xfrm>
          <a:off x="1055" y="830359"/>
          <a:ext cx="2084886" cy="11071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Batch Learning</a:t>
          </a:r>
        </a:p>
      </dsp:txBody>
      <dsp:txXfrm>
        <a:off x="55101" y="884405"/>
        <a:ext cx="1976794" cy="999054"/>
      </dsp:txXfrm>
    </dsp:sp>
    <dsp:sp modelId="{A57006A5-A45A-40BB-B326-478D3E1BD39D}">
      <dsp:nvSpPr>
        <dsp:cNvPr id="0" name=""/>
        <dsp:cNvSpPr/>
      </dsp:nvSpPr>
      <dsp:spPr>
        <a:xfrm>
          <a:off x="2236204" y="830359"/>
          <a:ext cx="2084886" cy="11071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Stable but computationally expensive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>
        <a:off x="2290250" y="884405"/>
        <a:ext cx="1976794" cy="9990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99FC9-F410-47BB-9C12-228561888053}">
      <dsp:nvSpPr>
        <dsp:cNvPr id="0" name=""/>
        <dsp:cNvSpPr/>
      </dsp:nvSpPr>
      <dsp:spPr>
        <a:xfrm>
          <a:off x="348127" y="0"/>
          <a:ext cx="3945449" cy="2839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C24731-5398-4908-A4A1-48C980DA9518}">
      <dsp:nvSpPr>
        <dsp:cNvPr id="0" name=""/>
        <dsp:cNvSpPr/>
      </dsp:nvSpPr>
      <dsp:spPr>
        <a:xfrm>
          <a:off x="996" y="851988"/>
          <a:ext cx="1817698" cy="11359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Mini-Batch</a:t>
          </a:r>
        </a:p>
      </dsp:txBody>
      <dsp:txXfrm>
        <a:off x="56450" y="907442"/>
        <a:ext cx="1706790" cy="1025077"/>
      </dsp:txXfrm>
    </dsp:sp>
    <dsp:sp modelId="{A57006A5-A45A-40BB-B326-478D3E1BD39D}">
      <dsp:nvSpPr>
        <dsp:cNvPr id="0" name=""/>
        <dsp:cNvSpPr/>
      </dsp:nvSpPr>
      <dsp:spPr>
        <a:xfrm>
          <a:off x="1909579" y="851988"/>
          <a:ext cx="2731128" cy="11359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Balance between the two</a:t>
          </a:r>
        </a:p>
      </dsp:txBody>
      <dsp:txXfrm>
        <a:off x="1965033" y="907442"/>
        <a:ext cx="2620220" cy="102507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99FC9-F410-47BB-9C12-228561888053}">
      <dsp:nvSpPr>
        <dsp:cNvPr id="0" name=""/>
        <dsp:cNvSpPr/>
      </dsp:nvSpPr>
      <dsp:spPr>
        <a:xfrm>
          <a:off x="353863" y="0"/>
          <a:ext cx="4010452" cy="276786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C24731-5398-4908-A4A1-48C980DA9518}">
      <dsp:nvSpPr>
        <dsp:cNvPr id="0" name=""/>
        <dsp:cNvSpPr/>
      </dsp:nvSpPr>
      <dsp:spPr>
        <a:xfrm>
          <a:off x="57" y="830359"/>
          <a:ext cx="2301494" cy="11071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Online Learning</a:t>
          </a:r>
        </a:p>
      </dsp:txBody>
      <dsp:txXfrm>
        <a:off x="54103" y="884405"/>
        <a:ext cx="2193402" cy="999054"/>
      </dsp:txXfrm>
    </dsp:sp>
    <dsp:sp modelId="{A57006A5-A45A-40BB-B326-478D3E1BD39D}">
      <dsp:nvSpPr>
        <dsp:cNvPr id="0" name=""/>
        <dsp:cNvSpPr/>
      </dsp:nvSpPr>
      <dsp:spPr>
        <a:xfrm>
          <a:off x="2416626" y="830359"/>
          <a:ext cx="2301494" cy="11071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Fast updates but noisy</a:t>
          </a:r>
        </a:p>
      </dsp:txBody>
      <dsp:txXfrm>
        <a:off x="2470672" y="884405"/>
        <a:ext cx="2193402" cy="9990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2B39C-A0C0-4FDB-9FE3-7E60541A8BE7}">
      <dsp:nvSpPr>
        <dsp:cNvPr id="0" name=""/>
        <dsp:cNvSpPr/>
      </dsp:nvSpPr>
      <dsp:spPr>
        <a:xfrm>
          <a:off x="2844799" y="0"/>
          <a:ext cx="2438400" cy="13546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endParaRPr lang="en-IN" sz="27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84476" y="39677"/>
        <a:ext cx="2359046" cy="1275312"/>
      </dsp:txXfrm>
    </dsp:sp>
    <dsp:sp modelId="{F27A3BD7-93BA-4256-842F-6F6A780BF98F}">
      <dsp:nvSpPr>
        <dsp:cNvPr id="0" name=""/>
        <dsp:cNvSpPr/>
      </dsp:nvSpPr>
      <dsp:spPr>
        <a:xfrm rot="5400000">
          <a:off x="3809999" y="1388533"/>
          <a:ext cx="508000" cy="6096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 rot="-5400000">
        <a:off x="3881119" y="1439333"/>
        <a:ext cx="365760" cy="355600"/>
      </dsp:txXfrm>
    </dsp:sp>
    <dsp:sp modelId="{9A8EE618-93E9-4E0C-A3A0-8116F03340D7}">
      <dsp:nvSpPr>
        <dsp:cNvPr id="0" name=""/>
        <dsp:cNvSpPr/>
      </dsp:nvSpPr>
      <dsp:spPr>
        <a:xfrm>
          <a:off x="2844799" y="2032000"/>
          <a:ext cx="2438400" cy="13546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942231"/>
                <a:satOff val="-4176"/>
                <a:lumOff val="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942231"/>
                <a:satOff val="-4176"/>
                <a:lumOff val="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942231"/>
                <a:satOff val="-4176"/>
                <a:lumOff val="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>
              <a:latin typeface="Arial" panose="020B0604020202020204" pitchFamily="34" charset="0"/>
              <a:cs typeface="Arial" panose="020B0604020202020204" pitchFamily="34" charset="0"/>
            </a:rPr>
            <a:t>MONITOR VALIDATING ERRORS</a:t>
          </a:r>
          <a:endParaRPr lang="en-IN" sz="27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84476" y="2071677"/>
        <a:ext cx="2359046" cy="1275312"/>
      </dsp:txXfrm>
    </dsp:sp>
    <dsp:sp modelId="{227F31AF-38F7-45AB-A1A5-54FF1944FEB1}">
      <dsp:nvSpPr>
        <dsp:cNvPr id="0" name=""/>
        <dsp:cNvSpPr/>
      </dsp:nvSpPr>
      <dsp:spPr>
        <a:xfrm rot="5400000">
          <a:off x="3809999" y="3420533"/>
          <a:ext cx="508000" cy="6096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884461"/>
                <a:satOff val="-8352"/>
                <a:lumOff val="294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84461"/>
                <a:satOff val="-8352"/>
                <a:lumOff val="294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84461"/>
                <a:satOff val="-8352"/>
                <a:lumOff val="294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 rot="-5400000">
        <a:off x="3881119" y="3471333"/>
        <a:ext cx="365760" cy="355600"/>
      </dsp:txXfrm>
    </dsp:sp>
    <dsp:sp modelId="{EB5B739A-FDFE-4174-B217-05E5346FB95C}">
      <dsp:nvSpPr>
        <dsp:cNvPr id="0" name=""/>
        <dsp:cNvSpPr/>
      </dsp:nvSpPr>
      <dsp:spPr>
        <a:xfrm>
          <a:off x="2844799" y="4064000"/>
          <a:ext cx="2438400" cy="13546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884461"/>
                <a:satOff val="-8352"/>
                <a:lumOff val="294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84461"/>
                <a:satOff val="-8352"/>
                <a:lumOff val="294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84461"/>
                <a:satOff val="-8352"/>
                <a:lumOff val="294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 dirty="0">
              <a:latin typeface="Arial" panose="020B0604020202020204" pitchFamily="34" charset="0"/>
              <a:cs typeface="Arial" panose="020B0604020202020204" pitchFamily="34" charset="0"/>
            </a:rPr>
            <a:t>NOT IMPROVING</a:t>
          </a:r>
          <a:r>
            <a:rPr lang="en-IN" sz="2700" kern="1200" dirty="0"/>
            <a:t>  </a:t>
          </a:r>
        </a:p>
      </dsp:txBody>
      <dsp:txXfrm>
        <a:off x="2884476" y="4103677"/>
        <a:ext cx="2359046" cy="1275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E0E5-C480-4AB4-FD0A-4D9A4A1B8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6985C-912C-5071-838F-FDFB3B115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00EEF-4D14-D0C6-EBA4-5F799985B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C7215-3A26-20ED-516D-F0CFCA0D3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6503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470F-9F2A-0A12-65EB-E812E5FE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B5109-F334-DE9D-E0AF-90089237F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EEA53-2FD0-9AA4-60C2-29B388EB3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0682A-54CF-9B5B-FED0-F41378BF9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090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image" Target="../media/image28.svg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27.sv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image" Target="../media/image30.svg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image" Target="../media/image29.sv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207" y="233265"/>
            <a:ext cx="11569959" cy="6251511"/>
          </a:xfrm>
        </p:spPr>
        <p:txBody>
          <a:bodyPr anchor="ctr"/>
          <a:lstStyle/>
          <a:p>
            <a:r>
              <a:rPr lang="en-US" b="1" dirty="0"/>
              <a:t>MODULE 2 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MULTILAYER PERCEPTRONS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130355"/>
              </p:ext>
            </p:extLst>
          </p:nvPr>
        </p:nvGraphicFramePr>
        <p:xfrm>
          <a:off x="6869113" y="1143000"/>
          <a:ext cx="4190999" cy="4574656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BATCH LEARNING </a:t>
                      </a:r>
                    </a:p>
                    <a:p>
                      <a:pPr algn="r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ON-LINE LEARNING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BACKPROPORTION ALGORITHM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XOR PROBLEM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HEURISTIC APPROACH FOR BA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D6DAE4-A598-8681-E113-4AFD13126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209" y="288596"/>
            <a:ext cx="9421210" cy="628080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BA4EFD5-3387-55CF-AE65-85A2493A3A08}"/>
              </a:ext>
            </a:extLst>
          </p:cNvPr>
          <p:cNvSpPr txBox="1"/>
          <p:nvPr/>
        </p:nvSpPr>
        <p:spPr>
          <a:xfrm>
            <a:off x="1240221" y="602252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Single Layer Perceptron</a:t>
            </a:r>
          </a:p>
          <a:p>
            <a:endParaRPr lang="en-IN" sz="2400" dirty="0"/>
          </a:p>
          <a:p>
            <a:r>
              <a:rPr lang="en-IN" sz="2400" dirty="0"/>
              <a:t>↓</a:t>
            </a:r>
          </a:p>
          <a:p>
            <a:endParaRPr lang="en-IN" sz="2400" dirty="0"/>
          </a:p>
          <a:p>
            <a:r>
              <a:rPr lang="en-IN" sz="2400" dirty="0"/>
              <a:t>Cannot solve XOR</a:t>
            </a:r>
          </a:p>
          <a:p>
            <a:endParaRPr lang="en-IN" sz="2400" dirty="0"/>
          </a:p>
          <a:p>
            <a:r>
              <a:rPr lang="en-IN" sz="2400" dirty="0"/>
              <a:t>↓</a:t>
            </a:r>
          </a:p>
          <a:p>
            <a:endParaRPr lang="en-IN" sz="2400" dirty="0"/>
          </a:p>
          <a:p>
            <a:r>
              <a:rPr lang="en-IN" sz="2400" dirty="0"/>
              <a:t>Need Hidden Layer</a:t>
            </a:r>
          </a:p>
          <a:p>
            <a:endParaRPr lang="en-IN" sz="2400" dirty="0"/>
          </a:p>
          <a:p>
            <a:r>
              <a:rPr lang="en-IN" sz="2400" dirty="0"/>
              <a:t>↓</a:t>
            </a:r>
          </a:p>
          <a:p>
            <a:endParaRPr lang="en-IN" sz="2400" dirty="0"/>
          </a:p>
          <a:p>
            <a:r>
              <a:rPr lang="en-IN" sz="2400" dirty="0"/>
              <a:t>Multilayer Perceptron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1234"/>
            <a:ext cx="5449824" cy="1261872"/>
          </a:xfrm>
        </p:spPr>
        <p:txBody>
          <a:bodyPr anchor="b"/>
          <a:lstStyle/>
          <a:p>
            <a:r>
              <a:rPr lang="en-US" dirty="0"/>
              <a:t>MLP Architecture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90004" y="1334810"/>
            <a:ext cx="7823200" cy="5203325"/>
          </a:xfrm>
        </p:spPr>
        <p:txBody>
          <a:bodyPr/>
          <a:lstStyle/>
          <a:p>
            <a:r>
              <a:rPr lang="en-IN" cap="none" dirty="0"/>
              <a:t>A </a:t>
            </a:r>
            <a:r>
              <a:rPr lang="en-IN" b="1" cap="none" dirty="0"/>
              <a:t>multilayer perceptron (MLP)</a:t>
            </a:r>
            <a:r>
              <a:rPr lang="en-IN" cap="none" dirty="0"/>
              <a:t> is a </a:t>
            </a:r>
            <a:r>
              <a:rPr lang="en-IN" b="1" cap="none" dirty="0"/>
              <a:t>feedforward artificial neural network</a:t>
            </a:r>
            <a:r>
              <a:rPr lang="en-IN" cap="none" dirty="0"/>
              <a:t> consisting of </a:t>
            </a:r>
            <a:r>
              <a:rPr lang="en-IN" b="1" cap="none" dirty="0"/>
              <a:t>one input layer, one or more hidden layers, and one output layer</a:t>
            </a:r>
            <a:r>
              <a:rPr lang="en-IN" cap="none" dirty="0"/>
              <a:t>.</a:t>
            </a:r>
          </a:p>
          <a:p>
            <a:endParaRPr lang="en-IN" cap="none" dirty="0"/>
          </a:p>
          <a:p>
            <a:r>
              <a:rPr lang="en-IN" cap="none" dirty="0"/>
              <a:t>MLP can learn </a:t>
            </a:r>
            <a:r>
              <a:rPr lang="en-IN" b="1" cap="none" dirty="0"/>
              <a:t>non-linear relationships</a:t>
            </a:r>
            <a:r>
              <a:rPr lang="en-IN" cap="none" dirty="0"/>
              <a:t>, making it suitable for solving complex problems such as the XOR problem, image classification, speech recognition, and many other real-world tasks.</a:t>
            </a:r>
          </a:p>
          <a:p>
            <a:endParaRPr lang="en-US" cap="none" dirty="0"/>
          </a:p>
        </p:txBody>
      </p:sp>
      <p:pic>
        <p:nvPicPr>
          <p:cNvPr id="10" name="Picture 9" descr="Multi-Layer Perceptron Neural Network using Python – Machine Learning Geek">
            <a:extLst>
              <a:ext uri="{FF2B5EF4-FFF2-40B4-BE49-F238E27FC236}">
                <a16:creationId xmlns:a16="http://schemas.microsoft.com/office/drawing/2014/main" id="{4364B597-EC9A-90A0-93E1-9DB7B0483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462" y="330375"/>
            <a:ext cx="3777534" cy="2843749"/>
          </a:xfrm>
          <a:prstGeom prst="rect">
            <a:avLst/>
          </a:prstGeom>
        </p:spPr>
      </p:pic>
      <p:pic>
        <p:nvPicPr>
          <p:cNvPr id="12" name="Picture 11" descr="Multilayer Perceptron - an overview | ScienceDirect Topics">
            <a:extLst>
              <a:ext uri="{FF2B5EF4-FFF2-40B4-BE49-F238E27FC236}">
                <a16:creationId xmlns:a16="http://schemas.microsoft.com/office/drawing/2014/main" id="{B7E49357-32CE-69F9-CB34-344AA8C42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462" y="3576215"/>
            <a:ext cx="3765534" cy="269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86" y="126124"/>
            <a:ext cx="10360152" cy="882869"/>
          </a:xfrm>
        </p:spPr>
        <p:txBody>
          <a:bodyPr anchor="b"/>
          <a:lstStyle/>
          <a:p>
            <a:r>
              <a:rPr lang="en-US" dirty="0"/>
              <a:t>COMPONENTS OF MLP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8769" y="1008993"/>
            <a:ext cx="11264983" cy="5743794"/>
          </a:xfrm>
        </p:spPr>
        <p:txBody>
          <a:bodyPr>
            <a:normAutofit fontScale="62500" lnSpcReduction="20000"/>
          </a:bodyPr>
          <a:lstStyle/>
          <a:p>
            <a:pPr marL="457200" indent="-457200" algn="l">
              <a:buAutoNum type="arabicParenR"/>
            </a:pPr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INPUT LAYER:</a:t>
            </a:r>
          </a:p>
          <a:p>
            <a:pPr algn="l"/>
            <a:endParaRPr lang="en-IN" sz="3600" b="1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sz="3600" b="1" cap="none" dirty="0"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Receives the input features from the dataset.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Does not perform any computation.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Simply passes the input values to the hidden layer.</a:t>
            </a:r>
          </a:p>
          <a:p>
            <a:pPr algn="l"/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sz="3600" b="1" cap="none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algn="l"/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               For student data</a:t>
            </a:r>
          </a:p>
          <a:p>
            <a:pPr algn="l"/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                    Age</a:t>
            </a:r>
          </a:p>
          <a:p>
            <a:pPr algn="l"/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                    CGPA</a:t>
            </a:r>
          </a:p>
          <a:p>
            <a:pPr algn="l"/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                    Attendance</a:t>
            </a:r>
          </a:p>
          <a:p>
            <a:pPr algn="l"/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↓</a:t>
            </a:r>
          </a:p>
          <a:p>
            <a:pPr algn="l"/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                   Input layer</a:t>
            </a:r>
          </a:p>
          <a:p>
            <a:endParaRPr lang="en-IN" sz="36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3600" b="1" cap="none" dirty="0">
                <a:latin typeface="Arial" panose="020B0604020202020204" pitchFamily="34" charset="0"/>
                <a:cs typeface="Arial" panose="020B0604020202020204" pitchFamily="34" charset="0"/>
              </a:rPr>
              <a:t>Number of neurons:</a:t>
            </a:r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 Number of input neurons =Number of features</a:t>
            </a:r>
          </a:p>
          <a:p>
            <a:r>
              <a:rPr lang="en-IN" sz="3600" b="1" cap="none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5 features</a:t>
            </a:r>
          </a:p>
          <a:p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3600" cap="none" dirty="0">
                <a:latin typeface="Arial" panose="020B0604020202020204" pitchFamily="34" charset="0"/>
                <a:cs typeface="Arial" panose="020B0604020202020204" pitchFamily="34" charset="0"/>
              </a:rPr>
              <a:t>5 input neurons</a:t>
            </a:r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D9139-46D6-E4BB-41F6-B095D0B2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F9F0DB10-ADC8-213D-C086-FC9AE747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86" y="126124"/>
            <a:ext cx="10360152" cy="882869"/>
          </a:xfrm>
        </p:spPr>
        <p:txBody>
          <a:bodyPr anchor="b"/>
          <a:lstStyle/>
          <a:p>
            <a:r>
              <a:rPr lang="en-US" dirty="0"/>
              <a:t>COMPONENTS OF MLP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F293503-5669-0C27-250D-8E26329DE1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2735" y="1008993"/>
            <a:ext cx="8497613" cy="5849007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2)HIDDEN LAYER:</a:t>
            </a:r>
            <a:endParaRPr lang="en-IN" b="1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This is the </a:t>
            </a:r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heart of the MLP</a:t>
            </a: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Learns hidden patterns from the input data.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Performs mathematical computations.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Extracts useful features.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Enables learning of complex and non-linear relationships.</a:t>
            </a:r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472649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B5E1B0-2782-2019-A39A-13428DCC0201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915924" y="178676"/>
                <a:ext cx="10360152" cy="5764924"/>
              </a:xfrm>
            </p:spPr>
            <p:txBody>
              <a:bodyPr/>
              <a:lstStyle/>
              <a:p>
                <a:pPr algn="l"/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Each hidden neuron performs:</a:t>
                </a:r>
                <a:b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weighted sum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↓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↓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mathematically: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en-IN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output:                                    y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where,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input 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weight 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bias 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activation function</a:t>
                </a:r>
                <a:b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I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B5E1B0-2782-2019-A39A-13428DCC02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915924" y="178676"/>
                <a:ext cx="10360152" cy="5764924"/>
              </a:xfrm>
              <a:blipFill>
                <a:blip r:embed="rId2"/>
                <a:stretch>
                  <a:fillRect l="-882" t="-2748" b="-39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21707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-136634"/>
            <a:ext cx="10360152" cy="9144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HIDDEN LAYER IS NEEDED?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7048" y="1282367"/>
            <a:ext cx="4576953" cy="3877055"/>
          </a:xfrm>
        </p:spPr>
        <p:txBody>
          <a:bodyPr/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Without a hidden layer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Only Linear Decision Boundary</a:t>
            </a:r>
          </a:p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79678" y="1282366"/>
            <a:ext cx="4576953" cy="3877055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With hidden layer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Complex Decision Boundary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Non-linear Learning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Can solve XOR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2E2A5-38DA-BC64-0B6F-F6212DF7C50E}"/>
              </a:ext>
            </a:extLst>
          </p:cNvPr>
          <p:cNvSpPr txBox="1"/>
          <p:nvPr/>
        </p:nvSpPr>
        <p:spPr>
          <a:xfrm>
            <a:off x="557048" y="4836255"/>
            <a:ext cx="102265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hidden layer transforms the input data into a new representation where complex patterns become easier to classify.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F842A-AAD9-992F-08D1-9F74CBE3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01DF0D85-79AD-8D04-34D6-ACE83FCE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86" y="126124"/>
            <a:ext cx="10360152" cy="882869"/>
          </a:xfrm>
        </p:spPr>
        <p:txBody>
          <a:bodyPr anchor="b"/>
          <a:lstStyle/>
          <a:p>
            <a:r>
              <a:rPr lang="en-US" dirty="0"/>
              <a:t>COMPONENTS OF MLP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9E78760-9200-05DB-A0E5-742C24F55E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2735" y="1008993"/>
            <a:ext cx="8497613" cy="5849007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3)OUTPUT LAYER:</a:t>
            </a:r>
          </a:p>
          <a:p>
            <a:pPr algn="l"/>
            <a:endParaRPr lang="en-IN" b="1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Produces the final prediction.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A8765D-6282-9314-6A11-F70CB46AC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697279"/>
              </p:ext>
            </p:extLst>
          </p:nvPr>
        </p:nvGraphicFramePr>
        <p:xfrm>
          <a:off x="1909129" y="3933496"/>
          <a:ext cx="9381948" cy="128524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127316">
                  <a:extLst>
                    <a:ext uri="{9D8B030D-6E8A-4147-A177-3AD203B41FA5}">
                      <a16:colId xmlns:a16="http://schemas.microsoft.com/office/drawing/2014/main" val="742354078"/>
                    </a:ext>
                  </a:extLst>
                </a:gridCol>
                <a:gridCol w="3127316">
                  <a:extLst>
                    <a:ext uri="{9D8B030D-6E8A-4147-A177-3AD203B41FA5}">
                      <a16:colId xmlns:a16="http://schemas.microsoft.com/office/drawing/2014/main" val="3384466804"/>
                    </a:ext>
                  </a:extLst>
                </a:gridCol>
                <a:gridCol w="3127316">
                  <a:extLst>
                    <a:ext uri="{9D8B030D-6E8A-4147-A177-3AD203B41FA5}">
                      <a16:colId xmlns:a16="http://schemas.microsoft.com/office/drawing/2014/main" val="3665321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3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O/p: 0 or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O/p: apple</a:t>
                      </a:r>
                    </a:p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mango</a:t>
                      </a:r>
                    </a:p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berry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O/p: House price</a:t>
                      </a:r>
                    </a:p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Temperature</a:t>
                      </a:r>
                    </a:p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Stock market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120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84911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064" y="119620"/>
            <a:ext cx="8019723" cy="580176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CONNECTIONS BETWEEN THE LAYERS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Each connection has: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Weight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Bias 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Activation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2E6DE6-035C-7423-93F8-4A7EA7B0BF2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5554662" y="2147887"/>
            <a:ext cx="4914900" cy="36861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F5A6E7-BFBB-7570-8657-DE8EEF3EBEA9}"/>
              </a:ext>
            </a:extLst>
          </p:cNvPr>
          <p:cNvSpPr txBox="1"/>
          <p:nvPr/>
        </p:nvSpPr>
        <p:spPr>
          <a:xfrm>
            <a:off x="1782147" y="769289"/>
            <a:ext cx="96945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Every neuron in one layer is connected to every neuron in the next layer</a:t>
            </a:r>
          </a:p>
          <a:p>
            <a:pPr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Basic type of Artificial neural network</a:t>
            </a:r>
          </a:p>
          <a:p>
            <a:pPr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Hence MLP is called a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Fully connected feedforward network (DENSE LAYERS)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43" y="83976"/>
            <a:ext cx="7534656" cy="7184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FORWARD PROPOGATION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84479" y="914401"/>
            <a:ext cx="5650992" cy="3904488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data always moves in one direction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No feedback connections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Hence it is called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Feedforward Neural Network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Feed Forward Neural Networks - Intuition on Forward Propagation">
            <a:extLst>
              <a:ext uri="{FF2B5EF4-FFF2-40B4-BE49-F238E27FC236}">
                <a16:creationId xmlns:a16="http://schemas.microsoft.com/office/drawing/2014/main" id="{A19806C3-93CE-48BD-A779-3E6B3BE6F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600199"/>
            <a:ext cx="8031749" cy="38150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A1510A-4565-48E0-A31F-34455A0EFACA}"/>
              </a:ext>
            </a:extLst>
          </p:cNvPr>
          <p:cNvSpPr txBox="1"/>
          <p:nvPr/>
        </p:nvSpPr>
        <p:spPr>
          <a:xfrm>
            <a:off x="1198880" y="5639413"/>
            <a:ext cx="9743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Forward propagation is the process of computing the output of a neural network by passing the input data layer by layer in the forward direction.</a:t>
            </a: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0" y="-202183"/>
            <a:ext cx="5120640" cy="9144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ACTIVATION FUNCTION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15440" y="860551"/>
            <a:ext cx="8178800" cy="2766569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Activation functions introduce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non-linearity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Common activation functions for MLP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Sigmoid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Tanh              (hidden layer)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SoftMax (output layer)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ED601C5-FF5C-9202-1CE5-B745FC4483A0}"/>
              </a:ext>
            </a:extLst>
          </p:cNvPr>
          <p:cNvSpPr/>
          <p:nvPr/>
        </p:nvSpPr>
        <p:spPr>
          <a:xfrm>
            <a:off x="3454400" y="1849120"/>
            <a:ext cx="213360" cy="103632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1440"/>
            <a:ext cx="11054080" cy="60960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LEARNING PROCESS for FORWARD PROPOGATION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701040"/>
            <a:ext cx="6943343" cy="5943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Input Features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Weighted Sum (Wx + b)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Activation Function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Hidden Layer Output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Repeat for Next Hidden Layer (if any)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pPr marL="0" indent="0">
              <a:buNone/>
            </a:pPr>
            <a:r>
              <a:rPr lang="cy-GB" dirty="0">
                <a:latin typeface="Arial" panose="020B0604020202020204" pitchFamily="34" charset="0"/>
                <a:cs typeface="Arial" panose="020B0604020202020204" pitchFamily="34" charset="0"/>
              </a:rPr>
              <a:t>Predicted Output (ŷ)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A9EE9E-3073-7E11-3AA5-F77C3B48A97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0506" y="1175510"/>
            <a:ext cx="5221733" cy="4890009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Consider an MLP with: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 input neurons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 hidden neurons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 output neuron</a:t>
            </a:r>
          </a:p>
          <a:p>
            <a:pPr lvl="0"/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6960" y="132080"/>
            <a:ext cx="4693920" cy="58928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SOLVING EXAMPLES: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A2492-1494-325C-103E-316315B3B047}"/>
              </a:ext>
            </a:extLst>
          </p:cNvPr>
          <p:cNvSpPr txBox="1"/>
          <p:nvPr/>
        </p:nvSpPr>
        <p:spPr>
          <a:xfrm>
            <a:off x="783907" y="42672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x1=1  x2=0   </a:t>
            </a: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(Input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hidden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x1h1=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0.20    W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x1h2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= 0.40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x2h1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= 0.30   W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x2h2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= 0.10     b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= 0.10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(hidden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output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h1y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= 0.50 W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h2y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= 0.60   b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= 0.20 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16A04915-9B20-1F12-29BE-23A5F1CE6FB5}"/>
              </a:ext>
            </a:extLst>
          </p:cNvPr>
          <p:cNvSpPr/>
          <p:nvPr/>
        </p:nvSpPr>
        <p:spPr>
          <a:xfrm>
            <a:off x="1595120" y="3037840"/>
            <a:ext cx="701040" cy="72136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6C8E0E2E-FF50-8876-E02A-45C83F2FA996}"/>
              </a:ext>
            </a:extLst>
          </p:cNvPr>
          <p:cNvSpPr/>
          <p:nvPr/>
        </p:nvSpPr>
        <p:spPr>
          <a:xfrm>
            <a:off x="1595120" y="4522769"/>
            <a:ext cx="701040" cy="72136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1DFD46C-7950-A943-8F3A-F7E3754EAF25}"/>
              </a:ext>
            </a:extLst>
          </p:cNvPr>
          <p:cNvSpPr/>
          <p:nvPr/>
        </p:nvSpPr>
        <p:spPr>
          <a:xfrm>
            <a:off x="4434840" y="5396529"/>
            <a:ext cx="701040" cy="72136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3DDCFE01-9808-B6B6-5C5E-9F984247BE8C}"/>
              </a:ext>
            </a:extLst>
          </p:cNvPr>
          <p:cNvSpPr/>
          <p:nvPr/>
        </p:nvSpPr>
        <p:spPr>
          <a:xfrm>
            <a:off x="4251960" y="2487257"/>
            <a:ext cx="701040" cy="72136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D564A506-B76E-CC2C-A622-0C1099FBC75E}"/>
              </a:ext>
            </a:extLst>
          </p:cNvPr>
          <p:cNvSpPr/>
          <p:nvPr/>
        </p:nvSpPr>
        <p:spPr>
          <a:xfrm>
            <a:off x="6871334" y="3801409"/>
            <a:ext cx="701040" cy="721360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13A19B-B4F0-BAA6-5B9D-D684AAD3FDD5}"/>
              </a:ext>
            </a:extLst>
          </p:cNvPr>
          <p:cNvCxnSpPr>
            <a:endCxn id="15" idx="2"/>
          </p:cNvCxnSpPr>
          <p:nvPr/>
        </p:nvCxnSpPr>
        <p:spPr>
          <a:xfrm flipV="1">
            <a:off x="2296160" y="2847937"/>
            <a:ext cx="1955800" cy="360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9FEA19-FF38-F1BE-70FB-D31A0A5B557D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2181860" y="4965922"/>
            <a:ext cx="2252980" cy="791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B4E0AE-3BA0-2D6B-F0B5-D10339339EE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246947" y="3514986"/>
            <a:ext cx="2538413" cy="1881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67E99F-8301-E8F5-538A-53CD8154C787}"/>
              </a:ext>
            </a:extLst>
          </p:cNvPr>
          <p:cNvCxnSpPr>
            <a:cxnSpLocks/>
          </p:cNvCxnSpPr>
          <p:nvPr/>
        </p:nvCxnSpPr>
        <p:spPr>
          <a:xfrm>
            <a:off x="5013960" y="2892089"/>
            <a:ext cx="1857374" cy="1078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518AA1-5733-FA96-AE33-1FDC1CFA7C66}"/>
              </a:ext>
            </a:extLst>
          </p:cNvPr>
          <p:cNvCxnSpPr>
            <a:cxnSpLocks/>
          </p:cNvCxnSpPr>
          <p:nvPr/>
        </p:nvCxnSpPr>
        <p:spPr>
          <a:xfrm flipV="1">
            <a:off x="5142025" y="4297680"/>
            <a:ext cx="1729309" cy="123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4E587A-9DEA-9FA0-A97B-041D91B33D1F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2197734" y="3102976"/>
            <a:ext cx="2156891" cy="1519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4EDCFE5-7AEC-E2F4-AE6D-0D50212156D4}"/>
              </a:ext>
            </a:extLst>
          </p:cNvPr>
          <p:cNvSpPr txBox="1"/>
          <p:nvPr/>
        </p:nvSpPr>
        <p:spPr>
          <a:xfrm>
            <a:off x="1764042" y="3232074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x1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7BFD5D-508C-2026-50EA-59620E99DA1B}"/>
              </a:ext>
            </a:extLst>
          </p:cNvPr>
          <p:cNvSpPr txBox="1"/>
          <p:nvPr/>
        </p:nvSpPr>
        <p:spPr>
          <a:xfrm>
            <a:off x="4587728" y="5597943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E0957F-843C-D5F8-EDCD-0EA339E47840}"/>
              </a:ext>
            </a:extLst>
          </p:cNvPr>
          <p:cNvSpPr txBox="1"/>
          <p:nvPr/>
        </p:nvSpPr>
        <p:spPr>
          <a:xfrm>
            <a:off x="4397937" y="2658945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EDC3E6-F73B-4AA3-BD93-55DF6CFFD87D}"/>
              </a:ext>
            </a:extLst>
          </p:cNvPr>
          <p:cNvSpPr txBox="1"/>
          <p:nvPr/>
        </p:nvSpPr>
        <p:spPr>
          <a:xfrm>
            <a:off x="1711899" y="4698783"/>
            <a:ext cx="40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x2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FDE67C-EF58-9D98-1622-398D7F278234}"/>
              </a:ext>
            </a:extLst>
          </p:cNvPr>
          <p:cNvSpPr txBox="1"/>
          <p:nvPr/>
        </p:nvSpPr>
        <p:spPr>
          <a:xfrm>
            <a:off x="7029058" y="3933428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531" y="914400"/>
            <a:ext cx="10702211" cy="2584580"/>
          </a:xfrm>
        </p:spPr>
        <p:txBody>
          <a:bodyPr/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Suppose the actual (target) output is 1, 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but our network predicted 0.703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What should the network do?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89EE1-C420-E5A4-7BA3-75F847C0EF9C}"/>
              </a:ext>
            </a:extLst>
          </p:cNvPr>
          <p:cNvSpPr txBox="1"/>
          <p:nvPr/>
        </p:nvSpPr>
        <p:spPr>
          <a:xfrm>
            <a:off x="5738327" y="3965710"/>
            <a:ext cx="6120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Increase the output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Change the weights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Reduce the error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D59E-FA62-98F6-96B1-9BBF3D1CA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7" y="74646"/>
            <a:ext cx="11989836" cy="699796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NUMERICALS ON FORWARD PROPOGATION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A871D-EAC4-C04C-A3E3-8E0546CE86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0975" y="896063"/>
            <a:ext cx="11730870" cy="5719341"/>
          </a:xfrm>
        </p:spPr>
        <p:txBody>
          <a:bodyPr>
            <a:normAutofit/>
          </a:bodyPr>
          <a:lstStyle/>
          <a:p>
            <a:pPr lvl="0"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Forward Propagation  with 3 Inputs 2 hidden &amp;1 output neuron</a:t>
            </a:r>
          </a:p>
          <a:p>
            <a:pPr algn="l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2E7C86-2999-85CB-2EDD-74D0471F7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77518"/>
              </p:ext>
            </p:extLst>
          </p:nvPr>
        </p:nvGraphicFramePr>
        <p:xfrm>
          <a:off x="581744" y="2368893"/>
          <a:ext cx="3108513" cy="27736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679510">
                  <a:extLst>
                    <a:ext uri="{9D8B030D-6E8A-4147-A177-3AD203B41FA5}">
                      <a16:colId xmlns:a16="http://schemas.microsoft.com/office/drawing/2014/main" val="939599638"/>
                    </a:ext>
                  </a:extLst>
                </a:gridCol>
                <a:gridCol w="1429003">
                  <a:extLst>
                    <a:ext uri="{9D8B030D-6E8A-4147-A177-3AD203B41FA5}">
                      <a16:colId xmlns:a16="http://schemas.microsoft.com/office/drawing/2014/main" val="154639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Input→Hidden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Weights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333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x1→h1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0.3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470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x2→h1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0.4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544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x3→h1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0.2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3575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x1→h2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0.5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579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x2→h2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0.1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998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x3→h2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0.6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0140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3C0B92-C083-8F48-5574-A2EDDF21B6D2}"/>
                  </a:ext>
                </a:extLst>
              </p:cNvPr>
              <p:cNvSpPr txBox="1"/>
              <p:nvPr/>
            </p:nvSpPr>
            <p:spPr>
              <a:xfrm>
                <a:off x="641480" y="1243806"/>
                <a:ext cx="609755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x=(1,0,1) </a:t>
                </a:r>
              </a:p>
              <a:p>
                <a:pPr>
                  <a:buNone/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Bias: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IN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0">
                        <a:latin typeface="Cambria Math" panose="02040503050406030204" pitchFamily="18" charset="0"/>
                      </a:rPr>
                      <m:t>=0.1,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IN" sz="20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I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3C0B92-C083-8F48-5574-A2EDDF21B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80" y="1243806"/>
                <a:ext cx="6097554" cy="707886"/>
              </a:xfrm>
              <a:prstGeom prst="rect">
                <a:avLst/>
              </a:prstGeom>
              <a:blipFill>
                <a:blip r:embed="rId2"/>
                <a:stretch>
                  <a:fillRect l="-1000" t="-3448" b="-1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4CB7B5-0AAC-50CF-7275-539E64F95A4F}"/>
                  </a:ext>
                </a:extLst>
              </p:cNvPr>
              <p:cNvSpPr txBox="1"/>
              <p:nvPr/>
            </p:nvSpPr>
            <p:spPr>
              <a:xfrm>
                <a:off x="3817640" y="1417019"/>
                <a:ext cx="6097554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weights: 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0.7</m:t>
                    </m:r>
                    <m:r>
                      <a:rPr lang="en-IN" sz="200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000" b="0" i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  </m:t>
                    </m:r>
                    <m:r>
                      <a:rPr lang="en-IN" sz="2000" b="0" i="0"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endParaRPr lang="en-IN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bias: 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endParaRPr lang="en-I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the network output using the Sigmoid activation function.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4CB7B5-0AAC-50CF-7275-539E64F95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640" y="1417019"/>
                <a:ext cx="6097554" cy="1323439"/>
              </a:xfrm>
              <a:prstGeom prst="rect">
                <a:avLst/>
              </a:prstGeom>
              <a:blipFill>
                <a:blip r:embed="rId3"/>
                <a:stretch>
                  <a:fillRect l="-999" t="-1835" r="-1698" b="-73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94648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4E9D-A346-9938-BE27-E299D74F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30629"/>
            <a:ext cx="10360152" cy="737118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BATCH LEARNING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A03E2-CA8A-85F8-647B-CBECE08AE7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950" y="961377"/>
            <a:ext cx="11600241" cy="5663358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A neural network can learn in the same way.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Instead of updating its weights after every training example, it waits until it has seen the entire dataset and then updates the weights once.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This is called batch learn Training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0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Sample 1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Sample 2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Sample 3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Sample 4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Sample N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Compute error for each sample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Accumulate all weight changes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Update weights ONCE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</a:p>
          <a:p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Next Epoch.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911C0-E649-0FA9-7B11-84E537A4F93D}"/>
              </a:ext>
            </a:extLst>
          </p:cNvPr>
          <p:cNvSpPr txBox="1"/>
          <p:nvPr/>
        </p:nvSpPr>
        <p:spPr>
          <a:xfrm>
            <a:off x="7207121" y="2676627"/>
            <a:ext cx="49848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network waits until every training sample has been processed before updating the weights</a:t>
            </a:r>
          </a:p>
        </p:txBody>
      </p:sp>
    </p:spTree>
    <p:extLst>
      <p:ext uri="{BB962C8B-B14F-4D97-AF65-F5344CB8AC3E}">
        <p14:creationId xmlns:p14="http://schemas.microsoft.com/office/powerpoint/2010/main" val="67926048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C1F5D-B2BB-B749-91DF-BBBDA2990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0"/>
            <a:ext cx="10360152" cy="681135"/>
          </a:xfrm>
        </p:spPr>
        <p:txBody>
          <a:bodyPr/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BA30C-C61C-DBA1-9BDF-85A58D4AC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722" y="681136"/>
            <a:ext cx="5673013" cy="608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1588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A08CC-4964-7F7C-588C-87D9FC91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037" y="0"/>
            <a:ext cx="10360152" cy="821094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Mathematical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87D445-0C39-3221-CB54-F026B8A214F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10893" y="980038"/>
                <a:ext cx="11152372" cy="5504738"/>
              </a:xfrm>
            </p:spPr>
            <p:txBody>
              <a:bodyPr/>
              <a:lstStyle/>
              <a:p>
                <a:pPr algn="l"/>
                <a:r>
                  <a:rPr lang="en-IN" sz="20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Batch learning rule: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sz="2000" cap="none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IN" sz="2000" i="1" cap="none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IN" sz="2000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i="1" cap="none">
                          <a:latin typeface="Cambria Math" panose="02040503050406030204" pitchFamily="18" charset="0"/>
                        </a:rPr>
                        <m:t>𝜂</m:t>
                      </m:r>
                      <m:nary>
                        <m:naryPr>
                          <m:chr m:val="∑"/>
                          <m:grow m:val="on"/>
                          <m:ctrlPr>
                            <a:rPr lang="en-IN" sz="2000" i="1" cap="non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2000" i="1" cap="none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cap="non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000" i="1" cap="none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IN" sz="2000" cap="none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lang="en-IN" sz="2000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 cap="non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IN" sz="2000" i="1" cap="non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cap="non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000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 cap="none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000" i="1" cap="non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IN" sz="2000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cap="non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i="1" cap="non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2000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sz="20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:pPr lvl="0" algn="l"/>
                <a14:m>
                  <m:oMath xmlns:m="http://schemas.openxmlformats.org/officeDocument/2006/math">
                    <m:r>
                      <a:rPr lang="en-IN" sz="2000" i="1" cap="none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sz="20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Learning rate </a:t>
                </a:r>
              </a:p>
              <a:p>
                <a:pPr lvl="0" algn="l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cap="none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000" i="1" cap="non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target output </a:t>
                </a:r>
              </a:p>
              <a:p>
                <a:pPr lvl="0" algn="l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cap="non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i="1" cap="non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actual output </a:t>
                </a:r>
              </a:p>
              <a:p>
                <a:pPr lvl="0" algn="l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cap="non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 cap="non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 </a:t>
                </a:r>
              </a:p>
              <a:p>
                <a:pPr lvl="0" algn="l"/>
                <a14:m>
                  <m:oMath xmlns:m="http://schemas.openxmlformats.org/officeDocument/2006/math">
                    <m:r>
                      <a:rPr lang="en-IN" sz="2000" i="1" cap="none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0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number of training samples</a:t>
                </a:r>
              </a:p>
              <a:p>
                <a:pPr algn="l"/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87D445-0C39-3221-CB54-F026B8A214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10893" y="980038"/>
                <a:ext cx="11152372" cy="5504738"/>
              </a:xfrm>
              <a:blipFill>
                <a:blip r:embed="rId2"/>
                <a:stretch>
                  <a:fillRect l="-601" t="-5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2230B1-463A-F25A-29A9-FB711CAA1167}"/>
                  </a:ext>
                </a:extLst>
              </p:cNvPr>
              <p:cNvSpPr txBox="1"/>
              <p:nvPr/>
            </p:nvSpPr>
            <p:spPr>
              <a:xfrm>
                <a:off x="895739" y="4603398"/>
                <a:ext cx="996509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summation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/>
                    </m:nary>
                  </m:oMath>
                </a14:m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indicates that we add the contribution from every training sample before updating the weight."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2230B1-463A-F25A-29A9-FB711CAA1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739" y="4603398"/>
                <a:ext cx="9965094" cy="707886"/>
              </a:xfrm>
              <a:prstGeom prst="rect">
                <a:avLst/>
              </a:prstGeom>
              <a:blipFill>
                <a:blip r:embed="rId3"/>
                <a:stretch>
                  <a:fillRect l="-673" t="-68103" r="-1101" b="-620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91854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258FD9-4973-3FF7-CAB9-8B8A211A4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602325"/>
              </p:ext>
            </p:extLst>
          </p:nvPr>
        </p:nvGraphicFramePr>
        <p:xfrm>
          <a:off x="2466078" y="1320989"/>
          <a:ext cx="5945155" cy="1584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317172">
                  <a:extLst>
                    <a:ext uri="{9D8B030D-6E8A-4147-A177-3AD203B41FA5}">
                      <a16:colId xmlns:a16="http://schemas.microsoft.com/office/drawing/2014/main" val="3541458176"/>
                    </a:ext>
                  </a:extLst>
                </a:gridCol>
                <a:gridCol w="1464906">
                  <a:extLst>
                    <a:ext uri="{9D8B030D-6E8A-4147-A177-3AD203B41FA5}">
                      <a16:colId xmlns:a16="http://schemas.microsoft.com/office/drawing/2014/main" val="1957333374"/>
                    </a:ext>
                  </a:extLst>
                </a:gridCol>
                <a:gridCol w="1660849">
                  <a:extLst>
                    <a:ext uri="{9D8B030D-6E8A-4147-A177-3AD203B41FA5}">
                      <a16:colId xmlns:a16="http://schemas.microsoft.com/office/drawing/2014/main" val="355968370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5203004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Sample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x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Target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Output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788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0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711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581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3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  <a:endParaRPr lang="en-I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6029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8ACABD-2AF4-A61C-6A09-EB72C79B7445}"/>
              </a:ext>
            </a:extLst>
          </p:cNvPr>
          <p:cNvSpPr txBox="1"/>
          <p:nvPr/>
        </p:nvSpPr>
        <p:spPr>
          <a:xfrm>
            <a:off x="622819" y="205474"/>
            <a:ext cx="60975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Given: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Learning rate = 0.1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Initial weight = 0.5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FA923-22B4-58A7-9C13-9CF8626FF716}"/>
              </a:ext>
            </a:extLst>
          </p:cNvPr>
          <p:cNvSpPr txBox="1"/>
          <p:nvPr/>
        </p:nvSpPr>
        <p:spPr>
          <a:xfrm>
            <a:off x="3324538" y="503772"/>
            <a:ext cx="3742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FIND THE UPDATED WEIGHT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CECA6D-F539-970A-8AF7-23A58BF9E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485527"/>
              </p:ext>
            </p:extLst>
          </p:nvPr>
        </p:nvGraphicFramePr>
        <p:xfrm>
          <a:off x="2466078" y="4908017"/>
          <a:ext cx="6134100" cy="14630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533525">
                  <a:extLst>
                    <a:ext uri="{9D8B030D-6E8A-4147-A177-3AD203B41FA5}">
                      <a16:colId xmlns:a16="http://schemas.microsoft.com/office/drawing/2014/main" val="4154700824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676817087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2884423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1216441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58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078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32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6223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E7F3A4-74A6-E350-2118-F8CF144EA7CE}"/>
                  </a:ext>
                </a:extLst>
              </p:cNvPr>
              <p:cNvSpPr txBox="1"/>
              <p:nvPr/>
            </p:nvSpPr>
            <p:spPr>
              <a:xfrm>
                <a:off x="622819" y="3429000"/>
                <a:ext cx="6097554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Given:</a:t>
                </a:r>
              </a:p>
              <a:p>
                <a:pPr>
                  <a:buNone/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 weight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000" i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endParaRPr lang="en-I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 sz="2000" i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I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the updated weight.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E7F3A4-74A6-E350-2118-F8CF144EA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9" y="3429000"/>
                <a:ext cx="6097554" cy="1323439"/>
              </a:xfrm>
              <a:prstGeom prst="rect">
                <a:avLst/>
              </a:prstGeom>
              <a:blipFill>
                <a:blip r:embed="rId2"/>
                <a:stretch>
                  <a:fillRect l="-1000" t="-2304" b="-73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7581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2BE83A-A059-8EDC-339A-B1C25456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0FB0D-50FC-4336-2C7F-5BCC84781036}"/>
              </a:ext>
            </a:extLst>
          </p:cNvPr>
          <p:cNvSpPr txBox="1"/>
          <p:nvPr/>
        </p:nvSpPr>
        <p:spPr>
          <a:xfrm>
            <a:off x="877078" y="709127"/>
            <a:ext cx="1019835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Batch Learning processes the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entire training dataset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before updating weights. 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Errors from all samples are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accumulated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single weight update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is made at the end of each epoch. 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It provides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stable and smooth convergence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but each update is computationally more expensive than On-line Learning. 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It is suitable when the dataset can fit into memory and when stable optimization is preferred.</a:t>
            </a:r>
          </a:p>
        </p:txBody>
      </p:sp>
    </p:spTree>
    <p:extLst>
      <p:ext uri="{BB962C8B-B14F-4D97-AF65-F5344CB8AC3E}">
        <p14:creationId xmlns:p14="http://schemas.microsoft.com/office/powerpoint/2010/main" val="1284161588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7FBFD-0DC7-918C-9E1F-3B056F4F8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0"/>
            <a:ext cx="10360152" cy="774441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ON-LINE LEARNING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D65D7-16F2-8704-327B-887D84EFC8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540" y="774441"/>
            <a:ext cx="11562920" cy="5616705"/>
          </a:xfrm>
        </p:spPr>
        <p:txBody>
          <a:bodyPr>
            <a:normAutofit/>
          </a:bodyPr>
          <a:lstStyle/>
          <a:p>
            <a:pPr algn="l"/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Online learning</a:t>
            </a: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is a learning method in which the neural network updates its weights immediately after processing each training sample instead of waiting for the complete dataset.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F7C346-6E60-C64C-7E7A-26D993DC01C7}"/>
              </a:ext>
            </a:extLst>
          </p:cNvPr>
          <p:cNvSpPr txBox="1"/>
          <p:nvPr/>
        </p:nvSpPr>
        <p:spPr>
          <a:xfrm>
            <a:off x="3477987" y="1595021"/>
            <a:ext cx="374390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Sample 1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Update weights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Sample 2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Update weights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Sample 3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Update weights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Continue...</a:t>
            </a:r>
          </a:p>
        </p:txBody>
      </p:sp>
    </p:spTree>
    <p:extLst>
      <p:ext uri="{BB962C8B-B14F-4D97-AF65-F5344CB8AC3E}">
        <p14:creationId xmlns:p14="http://schemas.microsoft.com/office/powerpoint/2010/main" val="254388784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A2BBE6-F922-ED99-A852-1302C22B2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4D67F4-E9D4-621B-7395-4AD8A5658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424" y="718457"/>
            <a:ext cx="5738327" cy="6057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8DBFF3-DA19-8241-1169-024BC2E92EB1}"/>
              </a:ext>
            </a:extLst>
          </p:cNvPr>
          <p:cNvSpPr txBox="1"/>
          <p:nvPr/>
        </p:nvSpPr>
        <p:spPr>
          <a:xfrm>
            <a:off x="4313076" y="10571"/>
            <a:ext cx="61068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Algorithm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32314703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34E4-F169-2E89-ED07-53C4EB6E2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5" y="0"/>
            <a:ext cx="11877870" cy="821094"/>
          </a:xfrm>
        </p:spPr>
        <p:txBody>
          <a:bodyPr/>
          <a:lstStyle/>
          <a:p>
            <a:r>
              <a:rPr lang="en-IN" b="1" dirty="0"/>
              <a:t>MATHEMATICAL REPRESENTATION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B751394-A642-526C-43A8-DFB60DD6310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083" y="821094"/>
                <a:ext cx="11646894" cy="5626035"/>
              </a:xfrm>
            </p:spPr>
            <p:txBody>
              <a:bodyPr/>
              <a:lstStyle/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For one sample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 cap="none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IN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cap="none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cap="non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 cap="none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Weight correction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IN" cap="none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IN" i="1" cap="none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IN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cap="none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IN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cap="non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i="1" cap="none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Updated weight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IN" cap="non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IN" cap="non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cap="none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IN" cap="none" dirty="0">
                  <a:latin typeface="Arial" panose="020B0604020202020204" pitchFamily="34" charset="0"/>
                </a:endParaRP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There is </a:t>
                </a:r>
                <a:r>
                  <a:rPr lang="en-IN" b="1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no summation</a:t>
                </a:r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because only </a:t>
                </a:r>
                <a:r>
                  <a:rPr lang="en-IN" b="1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one training sample</a:t>
                </a:r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is used at a time.</a:t>
                </a: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b="1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The weight changes immediately after each sample</a:t>
                </a:r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, unlike batch learning where all corrections are accumulated first.</a:t>
                </a:r>
              </a:p>
              <a:p>
                <a:pPr algn="l"/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B751394-A642-526C-43A8-DFB60DD631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083" y="821094"/>
                <a:ext cx="11646894" cy="5626035"/>
              </a:xfrm>
              <a:blipFill>
                <a:blip r:embed="rId2"/>
                <a:stretch>
                  <a:fillRect l="-838" t="-758" r="-1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678677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4DF7B-8072-8AC4-DFC2-8D5C9658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B4C2F4-B868-196C-1992-4F9E89E45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218347"/>
              </p:ext>
            </p:extLst>
          </p:nvPr>
        </p:nvGraphicFramePr>
        <p:xfrm>
          <a:off x="3422779" y="2452903"/>
          <a:ext cx="4248145" cy="164177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298510">
                  <a:extLst>
                    <a:ext uri="{9D8B030D-6E8A-4147-A177-3AD203B41FA5}">
                      <a16:colId xmlns:a16="http://schemas.microsoft.com/office/drawing/2014/main" val="324184995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349852071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2596045615"/>
                    </a:ext>
                  </a:extLst>
                </a:gridCol>
                <a:gridCol w="1214141">
                  <a:extLst>
                    <a:ext uri="{9D8B030D-6E8A-4147-A177-3AD203B41FA5}">
                      <a16:colId xmlns:a16="http://schemas.microsoft.com/office/drawing/2014/main" val="2633760407"/>
                    </a:ext>
                  </a:extLst>
                </a:gridCol>
              </a:tblGrid>
              <a:tr h="544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493415"/>
                  </a:ext>
                </a:extLst>
              </a:tr>
              <a:tr h="36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020295"/>
                  </a:ext>
                </a:extLst>
              </a:tr>
              <a:tr h="36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143692"/>
                  </a:ext>
                </a:extLst>
              </a:tr>
              <a:tr h="36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150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48088F-E011-7144-A251-B99D844B4FF8}"/>
                  </a:ext>
                </a:extLst>
              </p:cNvPr>
              <p:cNvSpPr txBox="1"/>
              <p:nvPr/>
            </p:nvSpPr>
            <p:spPr>
              <a:xfrm>
                <a:off x="688133" y="895739"/>
                <a:ext cx="609755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Given</a:t>
                </a:r>
              </a:p>
              <a:p>
                <a:pPr>
                  <a:buNone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 weight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Training samples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48088F-E011-7144-A251-B99D844B4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33" y="895739"/>
                <a:ext cx="6097554" cy="1200329"/>
              </a:xfrm>
              <a:prstGeom prst="rect">
                <a:avLst/>
              </a:prstGeom>
              <a:blipFill>
                <a:blip r:embed="rId2"/>
                <a:stretch>
                  <a:fillRect l="-900" t="-3046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08699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663FA8-3CE6-B77C-BFBC-DE9FF9132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CE221-A09F-3189-5BA4-3790BE420E4A}"/>
              </a:ext>
            </a:extLst>
          </p:cNvPr>
          <p:cNvSpPr txBox="1"/>
          <p:nvPr/>
        </p:nvSpPr>
        <p:spPr>
          <a:xfrm>
            <a:off x="515516" y="1706244"/>
            <a:ext cx="6106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Batch Learning = "Study first, write exam later"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  Collect everything first → Learn later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EFB806-E17D-3106-077A-BC4A89F76261}"/>
              </a:ext>
            </a:extLst>
          </p:cNvPr>
          <p:cNvSpPr txBox="1"/>
          <p:nvPr/>
        </p:nvSpPr>
        <p:spPr>
          <a:xfrm>
            <a:off x="6888325" y="1706243"/>
            <a:ext cx="6106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Online Learning = "Learn while doing"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Receive one sample → Learn immediately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BE2F4-3ADA-D969-927E-D100DD32ABF0}"/>
              </a:ext>
            </a:extLst>
          </p:cNvPr>
          <p:cNvSpPr txBox="1"/>
          <p:nvPr/>
        </p:nvSpPr>
        <p:spPr>
          <a:xfrm>
            <a:off x="515516" y="2352574"/>
            <a:ext cx="6498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Semester exam evaluation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Census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Annual company reports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B1C227-B9AD-7223-C371-60884E03C136}"/>
              </a:ext>
            </a:extLst>
          </p:cNvPr>
          <p:cNvSpPr txBox="1"/>
          <p:nvPr/>
        </p:nvSpPr>
        <p:spPr>
          <a:xfrm>
            <a:off x="7014286" y="2438410"/>
            <a:ext cx="64987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Google Maps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UPI fraud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Stock trading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Recommendation systems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6373A5-0062-C251-2B86-3CB15D6827CC}"/>
              </a:ext>
            </a:extLst>
          </p:cNvPr>
          <p:cNvSpPr txBox="1"/>
          <p:nvPr/>
        </p:nvSpPr>
        <p:spPr>
          <a:xfrm>
            <a:off x="2718319" y="4574605"/>
            <a:ext cx="6755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Batch learning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updates after a group of examples, whereas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online learning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updates continuously after each example.</a:t>
            </a:r>
          </a:p>
        </p:txBody>
      </p:sp>
    </p:spTree>
    <p:extLst>
      <p:ext uri="{BB962C8B-B14F-4D97-AF65-F5344CB8AC3E}">
        <p14:creationId xmlns:p14="http://schemas.microsoft.com/office/powerpoint/2010/main" val="323694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9B41-F7D9-06A9-5B5A-BCC95280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30628"/>
            <a:ext cx="10360152" cy="923731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BATCH VS ON-LINE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9B2515-3FBC-CD2B-C145-79DD04D2A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512475"/>
              </p:ext>
            </p:extLst>
          </p:nvPr>
        </p:nvGraphicFramePr>
        <p:xfrm>
          <a:off x="760476" y="1573468"/>
          <a:ext cx="10515600" cy="27736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282729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906434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28504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Batch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On-line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056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all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every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792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320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 of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639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Smooth and 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 but can oscillate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25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Suitable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Small/medium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 or streaming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295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Uses entire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Uses one sample at a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3190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931645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4D1AEB-3F1A-4A73-992C-F48B4B245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99182-7197-E056-243A-C533228DD09E}"/>
              </a:ext>
            </a:extLst>
          </p:cNvPr>
          <p:cNvSpPr txBox="1"/>
          <p:nvPr/>
        </p:nvSpPr>
        <p:spPr>
          <a:xfrm>
            <a:off x="149290" y="2657966"/>
            <a:ext cx="117845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"If Batch Learning updates too slowly and Online Learning updates too frequently, can we find a balance between the two?”    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Mini-batch Learning</a:t>
            </a:r>
          </a:p>
        </p:txBody>
      </p:sp>
    </p:spTree>
    <p:extLst>
      <p:ext uri="{BB962C8B-B14F-4D97-AF65-F5344CB8AC3E}">
        <p14:creationId xmlns:p14="http://schemas.microsoft.com/office/powerpoint/2010/main" val="1856756401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F04D1-E012-D474-38B3-3F20E008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75" y="83975"/>
            <a:ext cx="10938650" cy="774441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BACKPROPAGATION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056E6-2492-3069-055E-73D5C8C89E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867" y="858416"/>
            <a:ext cx="11516265" cy="5570052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A neural network also makes mistakes.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It predicts an output, compares it with the expected output, identifies the error, and adjusts its weights so that the next prediction is better.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This correction process is called </a:t>
            </a:r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BACKPROPAGATION.</a:t>
            </a:r>
          </a:p>
          <a:p>
            <a:pPr algn="l"/>
            <a:endParaRPr lang="en-IN" b="1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Forward Propagation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Predicted Output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Compare with Target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Calculate Error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Backpropagation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Update Weights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2931759961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03C46-65D6-ABF6-A120-8E65CE2B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9C9DB-65BD-7BC1-EFF0-4A788A11E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AEB95-B56A-545F-1B89-86C074D41373}"/>
              </a:ext>
            </a:extLst>
          </p:cNvPr>
          <p:cNvSpPr txBox="1"/>
          <p:nvPr/>
        </p:nvSpPr>
        <p:spPr>
          <a:xfrm>
            <a:off x="4313076" y="10571"/>
            <a:ext cx="61068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Algorithm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A7964-541E-4351-CA61-5A02BFB83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55" y="802433"/>
            <a:ext cx="5103845" cy="57103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D3FF8C-F894-C59B-325C-33CB96535EF3}"/>
              </a:ext>
            </a:extLst>
          </p:cNvPr>
          <p:cNvSpPr txBox="1"/>
          <p:nvPr/>
        </p:nvSpPr>
        <p:spPr>
          <a:xfrm>
            <a:off x="6085116" y="2038939"/>
            <a:ext cx="61068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Delta (δ) represents the error signal of a neuron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tells us how much that neuron contributed to the final error and how much its weights should be adjusted.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8A5E7-CD35-A181-9098-D59296F59CB6}"/>
              </a:ext>
            </a:extLst>
          </p:cNvPr>
          <p:cNvSpPr txBox="1"/>
          <p:nvPr/>
        </p:nvSpPr>
        <p:spPr>
          <a:xfrm>
            <a:off x="6096000" y="3875609"/>
            <a:ext cx="61068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Delta tells us: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How much error exists at a neuron.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which direction the weights should be changed.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magnitude of the weight update.</a:t>
            </a:r>
          </a:p>
        </p:txBody>
      </p:sp>
    </p:spTree>
    <p:extLst>
      <p:ext uri="{BB962C8B-B14F-4D97-AF65-F5344CB8AC3E}">
        <p14:creationId xmlns:p14="http://schemas.microsoft.com/office/powerpoint/2010/main" val="2146767780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F82A7A-A7C3-50EE-210A-087C9AE03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7DA79-85D3-479D-AE11-6521285DAC4F}"/>
              </a:ext>
            </a:extLst>
          </p:cNvPr>
          <p:cNvSpPr txBox="1"/>
          <p:nvPr/>
        </p:nvSpPr>
        <p:spPr>
          <a:xfrm>
            <a:off x="1653851" y="249839"/>
            <a:ext cx="610688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Forward Pass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│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▼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Hidden Layer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│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▼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│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▼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──────────────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Backward Pass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Prediction Error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▼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Output Delta (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δo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▼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Hidden Delta (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δh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│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▼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Weight Update</a:t>
            </a:r>
          </a:p>
        </p:txBody>
      </p:sp>
    </p:spTree>
    <p:extLst>
      <p:ext uri="{BB962C8B-B14F-4D97-AF65-F5344CB8AC3E}">
        <p14:creationId xmlns:p14="http://schemas.microsoft.com/office/powerpoint/2010/main" val="3553020165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63E4-CFF6-8EDF-3407-C3ED87A7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83976"/>
            <a:ext cx="10360152" cy="839755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MATHEMATICAL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491657F-D6C6-0194-D3F4-7A31724BE2D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1948" y="923731"/>
                <a:ext cx="10738011" cy="5850293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1: Hidden Layer</a:t>
                </a: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Net input: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cap="non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IN" i="1" cap="non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 cap="non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cap="none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 cap="none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IN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cap="non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i="1" cap="none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b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2: Output Layer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𝑛𝑒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</a:t>
                </a:r>
                <a:r>
                  <a:rPr lang="en-IN" dirty="0"/>
                  <a:t>:        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</m:oMath>
                </a14:m>
                <a:endParaRPr lang="en-IN" dirty="0"/>
              </a:p>
              <a:p>
                <a:pPr algn="l"/>
                <a:r>
                  <a:rPr lang="en-IN" b="1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STEP 3:ERROR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 cap="none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cap="non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cap="non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cap="non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i="1" cap="non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cap="non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cap="non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 cap="none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</m:e>
                        <m:sup>
                          <m:r>
                            <a:rPr lang="en-IN" cap="non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491657F-D6C6-0194-D3F4-7A31724BE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1948" y="923731"/>
                <a:ext cx="10738011" cy="5850293"/>
              </a:xfrm>
              <a:blipFill>
                <a:blip r:embed="rId2"/>
                <a:stretch>
                  <a:fillRect l="-851" t="-7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694376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61D9-D6AF-926A-B9E7-C2AE8F946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7BA4-FED9-01E5-3749-EA847BEE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83976"/>
            <a:ext cx="10360152" cy="839755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MATHEMATICAL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66BBD26-831A-EDC0-3328-9F7F3A4117C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1948" y="923732"/>
                <a:ext cx="10738011" cy="5766318"/>
              </a:xfrm>
            </p:spPr>
            <p:txBody>
              <a:bodyPr>
                <a:normAutofit fontScale="92500" lnSpcReduction="10000"/>
              </a:bodyPr>
              <a:lstStyle/>
              <a:p>
                <a:pPr algn="l"/>
                <a:endParaRPr lang="en-IN" sz="2600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sz="2600" b="1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STEP 4: OUTPUT DELTA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600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600" i="1" cap="none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2600" i="1" cap="none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 sz="2600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600" i="1" cap="none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IN" sz="2600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cap="none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sz="2600" i="1" cap="none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  <m:d>
                        <m:dPr>
                          <m:ctrlPr>
                            <a:rPr lang="en-IN" sz="2600" i="1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i="1" cap="none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600" cap="non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600" i="1" cap="none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</m:oMath>
                  </m:oMathPara>
                </a14:m>
                <a:endParaRPr lang="en-IN" sz="2600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l"/>
                <a14:m>
                  <m:oMath xmlns:m="http://schemas.openxmlformats.org/officeDocument/2006/math">
                    <m:r>
                      <a:rPr lang="en-IN" sz="2600" i="1" cap="none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IN" sz="26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 </a:t>
                </a:r>
              </a:p>
              <a:p>
                <a:pPr lvl="0" algn="l"/>
                <a14:m>
                  <m:oMath xmlns:m="http://schemas.openxmlformats.org/officeDocument/2006/math">
                    <m:r>
                      <a:rPr lang="en-IN" sz="2600" cap="none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IN" sz="2600" i="1" cap="none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IN" sz="26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derivative of sigmoid </a:t>
                </a:r>
              </a:p>
              <a:p>
                <a:pPr lvl="0" algn="l"/>
                <a14:m>
                  <m:oMath xmlns:m="http://schemas.openxmlformats.org/officeDocument/2006/math">
                    <m:r>
                      <a:rPr lang="en-IN" sz="2600" i="1" cap="none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600" cap="none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600" i="1" cap="none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IN" sz="26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error signal </a:t>
                </a:r>
              </a:p>
              <a:p>
                <a:pPr lvl="0" algn="l"/>
                <a:endParaRPr lang="en-IN" sz="2600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sz="2600" b="1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STEP 5: HIDDEN DELTA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600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600" i="1" cap="none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2600" i="1" cap="none"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IN" sz="2600" cap="non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600" i="1" cap="none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IN" sz="2600" cap="non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cap="none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sz="2600" i="1" cap="none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sSub>
                        <m:sSubPr>
                          <m:ctrlPr>
                            <a:rPr lang="en-IN" sz="2600" i="1" cap="non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600" i="1" cap="none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2600" i="1" cap="none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 sz="2600" i="1" cap="none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N" sz="2600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l"/>
                <a14:m>
                  <m:oMath xmlns:m="http://schemas.openxmlformats.org/officeDocument/2006/math">
                    <m:r>
                      <a:rPr lang="en-IN" sz="2600" i="1" cap="none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IN" sz="26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hidden neuron output 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IN" sz="2600" i="1" cap="none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26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Weight from hidden to output 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IN" sz="2600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600" i="1" cap="none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sz="2600" i="1" cap="none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IN" sz="26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 layer delta</a:t>
                </a:r>
              </a:p>
              <a:p>
                <a:pPr algn="l"/>
                <a:endParaRPr lang="en-IN" sz="2600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b="1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STEP 6: WEIGHT UPDATES</a:t>
                </a: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weights: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cap="non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 cap="none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New</m:t>
                        </m:r>
                      </m:sub>
                    </m:sSub>
                    <m:r>
                      <a:rPr lang="en-IN" cap="non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cap="none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 cap="none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old</m:t>
                        </m:r>
                      </m:sub>
                    </m:sSub>
                    <m:r>
                      <a:rPr lang="en-IN" cap="none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 cap="none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nor/>
                      </m:rPr>
                      <a:rPr lang="en-IN" i="0" cap="none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 </m:t>
                    </m:r>
                    <m:sSub>
                      <m:sSubPr>
                        <m:ctrlPr>
                          <a:rPr lang="en-IN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cap="none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i="1" cap="none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m:rPr>
                        <m:nor/>
                      </m:rPr>
                      <a:rPr lang="en-IN" i="0" cap="none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 </m:t>
                    </m:r>
                    <m:r>
                      <a:rPr lang="en-IN" i="1" cap="none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IN" b="0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Hidden weights: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cap="none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 cap="none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New</m:t>
                        </m:r>
                      </m:sub>
                    </m:sSub>
                    <m:r>
                      <a:rPr lang="en-IN" cap="non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cap="none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 cap="none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old</m:t>
                        </m:r>
                      </m:sub>
                    </m:sSub>
                    <m:r>
                      <a:rPr lang="en-IN" cap="none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 cap="none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nor/>
                      </m:rPr>
                      <a:rPr lang="en-IN" i="0" cap="none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 </m:t>
                    </m:r>
                    <m:sSub>
                      <m:sSubPr>
                        <m:ctrlPr>
                          <a:rPr lang="en-IN" i="1" cap="non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cap="none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IN" i="1" cap="none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nor/>
                      </m:rPr>
                      <a:rPr lang="en-IN" i="0" cap="none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 </m:t>
                    </m:r>
                    <m:r>
                      <a:rPr lang="en-IN" i="1" cap="none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IN" b="0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b="1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weights are adjusted in the direction that reduces the error</a:t>
                </a:r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0"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66BBD26-831A-EDC0-3328-9F7F3A411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1948" y="923732"/>
                <a:ext cx="10738011" cy="5766318"/>
              </a:xfrm>
              <a:blipFill>
                <a:blip r:embed="rId2"/>
                <a:stretch>
                  <a:fillRect l="-851" b="-11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025368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7B322C-C018-4EEE-FAA5-3F5BC4BA2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1F3297-EC84-F3C8-6F5B-F4DB755A9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019907"/>
              </p:ext>
            </p:extLst>
          </p:nvPr>
        </p:nvGraphicFramePr>
        <p:xfrm>
          <a:off x="838200" y="979714"/>
          <a:ext cx="10515600" cy="14630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715139">
                  <a:extLst>
                    <a:ext uri="{9D8B030D-6E8A-4147-A177-3AD203B41FA5}">
                      <a16:colId xmlns:a16="http://schemas.microsoft.com/office/drawing/2014/main" val="2154414862"/>
                    </a:ext>
                  </a:extLst>
                </a:gridCol>
                <a:gridCol w="6800461">
                  <a:extLst>
                    <a:ext uri="{9D8B030D-6E8A-4147-A177-3AD203B41FA5}">
                      <a16:colId xmlns:a16="http://schemas.microsoft.com/office/drawing/2014/main" val="335223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Advantages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775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Learns </a:t>
                      </a:r>
                      <a:r>
                        <a:rPr lang="en-IN" b="1" dirty="0"/>
                        <a:t>non-linear relationships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Computationally intensive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462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Supports </a:t>
                      </a:r>
                      <a:r>
                        <a:rPr lang="en-IN" b="1" dirty="0"/>
                        <a:t>multiple hidden layers</a:t>
                      </a:r>
                      <a:r>
                        <a:rPr lang="en-IN" dirty="0"/>
                        <a:t>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Can converge slowly</a:t>
                      </a:r>
                      <a:r>
                        <a:rPr lang="en-IN"/>
                        <a:t>, requiring many epochs to minimize the error.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19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high prediction accuracy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Requires </a:t>
                      </a:r>
                      <a:r>
                        <a:rPr lang="en-IN" b="1" dirty="0"/>
                        <a:t>differentiable activation functions</a:t>
                      </a:r>
                      <a:r>
                        <a:rPr lang="en-IN" dirty="0"/>
                        <a:t> (e.g., Sigmoid, Tanh)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5808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142037F-D2BD-7C75-CF08-E3ED248B81D5}"/>
              </a:ext>
            </a:extLst>
          </p:cNvPr>
          <p:cNvSpPr txBox="1"/>
          <p:nvPr/>
        </p:nvSpPr>
        <p:spPr>
          <a:xfrm>
            <a:off x="2528596" y="9797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06D37-3FA7-562B-5374-9A6521EA2F0B}"/>
              </a:ext>
            </a:extLst>
          </p:cNvPr>
          <p:cNvSpPr txBox="1"/>
          <p:nvPr/>
        </p:nvSpPr>
        <p:spPr>
          <a:xfrm>
            <a:off x="758111" y="4018314"/>
            <a:ext cx="108958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Forward propagation answers the question: 'what is the network's prediction?’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Backpropagation answers: 'how should the network change its weights so the next prediction is better?’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Together, they form the learning cycle of a neural network.</a:t>
            </a:r>
          </a:p>
        </p:txBody>
      </p:sp>
    </p:spTree>
    <p:extLst>
      <p:ext uri="{BB962C8B-B14F-4D97-AF65-F5344CB8AC3E}">
        <p14:creationId xmlns:p14="http://schemas.microsoft.com/office/powerpoint/2010/main" val="1977811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6C5F8-A799-0C8A-9526-EF0B0F91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27" y="102638"/>
            <a:ext cx="10360152" cy="681134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NUMERICAL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430D958-7017-A4A0-E28B-B61B6568DA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2089024"/>
                  </p:ext>
                </p:extLst>
              </p:nvPr>
            </p:nvGraphicFramePr>
            <p:xfrm>
              <a:off x="2023851" y="1762198"/>
              <a:ext cx="2698101" cy="1828800"/>
            </p:xfrm>
            <a:graphic>
              <a:graphicData uri="http://schemas.openxmlformats.org/drawingml/2006/table">
                <a:tbl>
                  <a:tblPr>
                    <a:tableStyleId>{284E427A-3D55-4303-BF80-6455036E1DE7}</a:tableStyleId>
                  </a:tblPr>
                  <a:tblGrid>
                    <a:gridCol w="1027921">
                      <a:extLst>
                        <a:ext uri="{9D8B030D-6E8A-4147-A177-3AD203B41FA5}">
                          <a16:colId xmlns:a16="http://schemas.microsoft.com/office/drawing/2014/main" val="3241636659"/>
                        </a:ext>
                      </a:extLst>
                    </a:gridCol>
                    <a:gridCol w="1670180">
                      <a:extLst>
                        <a:ext uri="{9D8B030D-6E8A-4147-A177-3AD203B41FA5}">
                          <a16:colId xmlns:a16="http://schemas.microsoft.com/office/drawing/2014/main" val="14512936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Value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858520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0.2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884185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3578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05180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0.1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27949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430D958-7017-A4A0-E28B-B61B6568DA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2089024"/>
                  </p:ext>
                </p:extLst>
              </p:nvPr>
            </p:nvGraphicFramePr>
            <p:xfrm>
              <a:off x="2023851" y="1762198"/>
              <a:ext cx="2698101" cy="1828800"/>
            </p:xfrm>
            <a:graphic>
              <a:graphicData uri="http://schemas.openxmlformats.org/drawingml/2006/table">
                <a:tbl>
                  <a:tblPr>
                    <a:tableStyleId>{284E427A-3D55-4303-BF80-6455036E1DE7}</a:tableStyleId>
                  </a:tblPr>
                  <a:tblGrid>
                    <a:gridCol w="1027921">
                      <a:extLst>
                        <a:ext uri="{9D8B030D-6E8A-4147-A177-3AD203B41FA5}">
                          <a16:colId xmlns:a16="http://schemas.microsoft.com/office/drawing/2014/main" val="3241636659"/>
                        </a:ext>
                      </a:extLst>
                    </a:gridCol>
                    <a:gridCol w="1670180">
                      <a:extLst>
                        <a:ext uri="{9D8B030D-6E8A-4147-A177-3AD203B41FA5}">
                          <a16:colId xmlns:a16="http://schemas.microsoft.com/office/drawing/2014/main" val="14512936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Value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858520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108333" r="-163314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0.2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8841850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204918" r="-163314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0.3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3578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310000" r="-16331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05180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410000" r="-16331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0.1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27949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8F58E2-D920-EF88-1A56-AB457C1AA183}"/>
                  </a:ext>
                </a:extLst>
              </p:cNvPr>
              <p:cNvSpPr txBox="1"/>
              <p:nvPr/>
            </p:nvSpPr>
            <p:spPr>
              <a:xfrm>
                <a:off x="198697" y="783772"/>
                <a:ext cx="609755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U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se a simple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2–2–1 MLP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buNone/>
                </a:pP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Given</a:t>
                </a:r>
              </a:p>
              <a:p>
                <a:pPr>
                  <a:buNone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Inputs: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Hidden weights: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8F58E2-D920-EF88-1A56-AB457C1AA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97" y="783772"/>
                <a:ext cx="6097554" cy="1200329"/>
              </a:xfrm>
              <a:prstGeom prst="rect">
                <a:avLst/>
              </a:prstGeom>
              <a:blipFill>
                <a:blip r:embed="rId3"/>
                <a:stretch>
                  <a:fillRect l="-900" t="-3571" b="-76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BC6AA8F-C8F3-9B9C-E873-7C56877105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98996"/>
                  </p:ext>
                </p:extLst>
              </p:nvPr>
            </p:nvGraphicFramePr>
            <p:xfrm>
              <a:off x="8423988" y="1351400"/>
              <a:ext cx="1923662" cy="1097280"/>
            </p:xfrm>
            <a:graphic>
              <a:graphicData uri="http://schemas.openxmlformats.org/drawingml/2006/table">
                <a:tbl>
                  <a:tblPr>
                    <a:tableStyleId>{284E427A-3D55-4303-BF80-6455036E1DE7}</a:tableStyleId>
                  </a:tblPr>
                  <a:tblGrid>
                    <a:gridCol w="822648">
                      <a:extLst>
                        <a:ext uri="{9D8B030D-6E8A-4147-A177-3AD203B41FA5}">
                          <a16:colId xmlns:a16="http://schemas.microsoft.com/office/drawing/2014/main" val="45773522"/>
                        </a:ext>
                      </a:extLst>
                    </a:gridCol>
                    <a:gridCol w="1101014">
                      <a:extLst>
                        <a:ext uri="{9D8B030D-6E8A-4147-A177-3AD203B41FA5}">
                          <a16:colId xmlns:a16="http://schemas.microsoft.com/office/drawing/2014/main" val="26070560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Value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41807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0477063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0.6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55710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BC6AA8F-C8F3-9B9C-E873-7C56877105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98996"/>
                  </p:ext>
                </p:extLst>
              </p:nvPr>
            </p:nvGraphicFramePr>
            <p:xfrm>
              <a:off x="8423988" y="1351400"/>
              <a:ext cx="1923662" cy="1097280"/>
            </p:xfrm>
            <a:graphic>
              <a:graphicData uri="http://schemas.openxmlformats.org/drawingml/2006/table">
                <a:tbl>
                  <a:tblPr>
                    <a:tableStyleId>{284E427A-3D55-4303-BF80-6455036E1DE7}</a:tableStyleId>
                  </a:tblPr>
                  <a:tblGrid>
                    <a:gridCol w="822648">
                      <a:extLst>
                        <a:ext uri="{9D8B030D-6E8A-4147-A177-3AD203B41FA5}">
                          <a16:colId xmlns:a16="http://schemas.microsoft.com/office/drawing/2014/main" val="45773522"/>
                        </a:ext>
                      </a:extLst>
                    </a:gridCol>
                    <a:gridCol w="1101014">
                      <a:extLst>
                        <a:ext uri="{9D8B030D-6E8A-4147-A177-3AD203B41FA5}">
                          <a16:colId xmlns:a16="http://schemas.microsoft.com/office/drawing/2014/main" val="26070560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Value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41807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06557" r="-13382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0477063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210000" r="-133824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0.6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55710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0F2EE5-9595-5379-DF5B-F54B85220F6D}"/>
                  </a:ext>
                </a:extLst>
              </p:cNvPr>
              <p:cNvSpPr txBox="1"/>
              <p:nvPr/>
            </p:nvSpPr>
            <p:spPr>
              <a:xfrm>
                <a:off x="5788957" y="992967"/>
                <a:ext cx="6097554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Hidden bias: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weights:</a:t>
                </a:r>
              </a:p>
              <a:p>
                <a:pPr>
                  <a:buNone/>
                </a:pP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bias: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Target: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0F2EE5-9595-5379-DF5B-F54B8522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957" y="992967"/>
                <a:ext cx="6097554" cy="2308324"/>
              </a:xfrm>
              <a:prstGeom prst="rect">
                <a:avLst/>
              </a:prstGeom>
              <a:blipFill>
                <a:blip r:embed="rId5"/>
                <a:stretch>
                  <a:fillRect l="-900" t="-1583" b="-31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631DA05-A9B4-2EB6-AB91-5C43CF0FAC5E}"/>
              </a:ext>
            </a:extLst>
          </p:cNvPr>
          <p:cNvSpPr txBox="1"/>
          <p:nvPr/>
        </p:nvSpPr>
        <p:spPr>
          <a:xfrm>
            <a:off x="436206" y="4126964"/>
            <a:ext cx="60975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Compute: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Hidden outputs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Final output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Error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Output delta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Hidden deltas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Updated output weights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Updated hidden weights</a:t>
            </a:r>
          </a:p>
        </p:txBody>
      </p:sp>
    </p:spTree>
    <p:extLst>
      <p:ext uri="{BB962C8B-B14F-4D97-AF65-F5344CB8AC3E}">
        <p14:creationId xmlns:p14="http://schemas.microsoft.com/office/powerpoint/2010/main" val="2662397415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435A-CAFB-8C0C-3E9C-BB4440A9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30629"/>
            <a:ext cx="10360152" cy="877078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XOR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A3E6A-608D-B392-539E-DFCE306564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611" y="1101336"/>
            <a:ext cx="11572249" cy="543942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An MLP introduces one or more </a:t>
            </a:r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hidden layers</a:t>
            </a: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The hidden neurons transform the input space into a new representation where the classes become linearly separable.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Instead of one straight line, the hidden neurons combine to create </a:t>
            </a:r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multiple decision boundaries</a:t>
            </a: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, enabling the network to separate XOR correctly.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507842"/>
      </p:ext>
    </p:extLst>
  </p:cSld>
  <p:clrMapOvr>
    <a:masterClrMapping/>
  </p:clrMapOvr>
  <p:transition spd="med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E98A-8063-939B-247D-4268438F6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24" y="0"/>
            <a:ext cx="10360152" cy="858416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ARCHITECTURE OF XOR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D04FA-B70B-7C07-5392-8E0EEAB2F5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531" y="858416"/>
            <a:ext cx="10919106" cy="551439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Typically, </a:t>
            </a:r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2 input neurons, 2 hidden neurons, and 1 output neuron</a:t>
            </a: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are sufficient to solve the XOR problem, if we want we can increase the hidden layer neurons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F7FE60D-4ACF-0DD5-4816-BA11514F35E1}"/>
              </a:ext>
            </a:extLst>
          </p:cNvPr>
          <p:cNvSpPr/>
          <p:nvPr/>
        </p:nvSpPr>
        <p:spPr>
          <a:xfrm>
            <a:off x="3523860" y="2281801"/>
            <a:ext cx="569168" cy="61582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C0E1444-EEBF-EA52-0DA6-6193329835AF}"/>
              </a:ext>
            </a:extLst>
          </p:cNvPr>
          <p:cNvSpPr/>
          <p:nvPr/>
        </p:nvSpPr>
        <p:spPr>
          <a:xfrm>
            <a:off x="6256779" y="2281801"/>
            <a:ext cx="590925" cy="61582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D3830B6-9CD3-6EA9-097D-4C4228F70F65}"/>
              </a:ext>
            </a:extLst>
          </p:cNvPr>
          <p:cNvSpPr/>
          <p:nvPr/>
        </p:nvSpPr>
        <p:spPr>
          <a:xfrm>
            <a:off x="3477207" y="3805336"/>
            <a:ext cx="662474" cy="59716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628C298-8228-8F7D-E4B2-8621CE6E4CD1}"/>
              </a:ext>
            </a:extLst>
          </p:cNvPr>
          <p:cNvSpPr/>
          <p:nvPr/>
        </p:nvSpPr>
        <p:spPr>
          <a:xfrm>
            <a:off x="6465703" y="3786675"/>
            <a:ext cx="590924" cy="615821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B5C152CF-C58B-39C4-7373-0F5E896A796E}"/>
              </a:ext>
            </a:extLst>
          </p:cNvPr>
          <p:cNvSpPr/>
          <p:nvPr/>
        </p:nvSpPr>
        <p:spPr>
          <a:xfrm>
            <a:off x="4960776" y="5561046"/>
            <a:ext cx="662474" cy="43853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0854C0-E952-9137-78D0-3BAE6DCD1B0B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3808444" y="2897622"/>
            <a:ext cx="0" cy="907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7B412D-938B-5142-D47B-872654CB74D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6552242" y="2897622"/>
            <a:ext cx="91154" cy="907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9FD677-EEFA-55D4-0044-4F086F50FE8B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4093028" y="2672910"/>
            <a:ext cx="2372675" cy="1421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1393A7-9015-60DF-A4F8-16277632FC6B}"/>
              </a:ext>
            </a:extLst>
          </p:cNvPr>
          <p:cNvCxnSpPr>
            <a:cxnSpLocks/>
            <a:stCxn id="6" idx="2"/>
            <a:endCxn id="8" idx="6"/>
          </p:cNvCxnSpPr>
          <p:nvPr/>
        </p:nvCxnSpPr>
        <p:spPr>
          <a:xfrm flipH="1">
            <a:off x="4139681" y="2589712"/>
            <a:ext cx="2117098" cy="1514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269B5B-1849-8750-CB4D-64E86222367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928188" y="4447595"/>
            <a:ext cx="1129605" cy="1177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D4101F2-B2D4-4B9C-D9D2-0DD386ACA114}"/>
              </a:ext>
            </a:extLst>
          </p:cNvPr>
          <p:cNvCxnSpPr>
            <a:cxnSpLocks/>
            <a:stCxn id="10" idx="3"/>
            <a:endCxn id="12" idx="7"/>
          </p:cNvCxnSpPr>
          <p:nvPr/>
        </p:nvCxnSpPr>
        <p:spPr>
          <a:xfrm flipH="1">
            <a:off x="5526233" y="4312311"/>
            <a:ext cx="1026009" cy="1312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097322"/>
      </p:ext>
    </p:extLst>
  </p:cSld>
  <p:clrMapOvr>
    <a:masterClrMapping/>
  </p:clrMapOvr>
  <p:transition spd="med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FFB51-55FB-E1AD-395E-63F165697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3C94391-C238-4CFA-86C9-C7D589B599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2977846"/>
              </p:ext>
            </p:extLst>
          </p:nvPr>
        </p:nvGraphicFramePr>
        <p:xfrm>
          <a:off x="3615056" y="3769568"/>
          <a:ext cx="4514013" cy="3006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BAB9099-AC2E-66C4-CAF0-B5A1B786B2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4054194"/>
              </p:ext>
            </p:extLst>
          </p:nvPr>
        </p:nvGraphicFramePr>
        <p:xfrm>
          <a:off x="2981777" y="249717"/>
          <a:ext cx="5780575" cy="30157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8F2B0553-A128-58EF-3602-401F7EBB2AFA}"/>
              </a:ext>
            </a:extLst>
          </p:cNvPr>
          <p:cNvGrpSpPr/>
          <p:nvPr/>
        </p:nvGrpSpPr>
        <p:grpSpPr>
          <a:xfrm>
            <a:off x="5648387" y="3353998"/>
            <a:ext cx="447353" cy="327047"/>
            <a:chOff x="3759199" y="1439333"/>
            <a:chExt cx="609600" cy="508000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8095610-EEA1-EF3C-FA4C-7EF73AE96796}"/>
                </a:ext>
              </a:extLst>
            </p:cNvPr>
            <p:cNvSpPr/>
            <p:nvPr/>
          </p:nvSpPr>
          <p:spPr>
            <a:xfrm rot="5400000">
              <a:off x="3809999" y="1388533"/>
              <a:ext cx="508000" cy="609600"/>
            </a:xfrm>
            <a:prstGeom prst="rightArrow">
              <a:avLst>
                <a:gd name="adj1" fmla="val 60000"/>
                <a:gd name="adj2" fmla="val 50000"/>
              </a:avLst>
            </a:prstGeom>
            <a:sp3d z="-182000" contourW="19050" prstMaterial="metal">
              <a:bevelT w="88900" h="203200"/>
              <a:bevelB w="165100" h="254000"/>
            </a:sp3d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Arrow: Right 4">
              <a:extLst>
                <a:ext uri="{FF2B5EF4-FFF2-40B4-BE49-F238E27FC236}">
                  <a16:creationId xmlns:a16="http://schemas.microsoft.com/office/drawing/2014/main" id="{5186A082-D47E-3BA8-1A0A-2E27A822C610}"/>
                </a:ext>
              </a:extLst>
            </p:cNvPr>
            <p:cNvSpPr txBox="1"/>
            <p:nvPr/>
          </p:nvSpPr>
          <p:spPr>
            <a:xfrm>
              <a:off x="3881119" y="1439333"/>
              <a:ext cx="365760" cy="355600"/>
            </a:xfrm>
            <a:prstGeom prst="rect">
              <a:avLst/>
            </a:prstGeom>
            <a:sp3d z="-182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9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949661373"/>
      </p:ext>
    </p:extLst>
  </p:cSld>
  <p:clrMapOvr>
    <a:masterClrMapping/>
  </p:clrMapOvr>
  <p:transition spd="med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386A38-0FE5-3759-8A2E-D76FA042C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499" y="74646"/>
            <a:ext cx="6344816" cy="663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08432"/>
      </p:ext>
    </p:extLst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D6D12F-CE66-45A6-3413-A6E2D549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5E36E-252A-6942-FAC6-55C3347F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47" y="139700"/>
            <a:ext cx="9867900" cy="657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48223"/>
      </p:ext>
    </p:extLst>
  </p:cSld>
  <p:clrMapOvr>
    <a:masterClrMapping/>
  </p:clrMapOvr>
  <p:transition spd="med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50BD4-4A0B-50C7-6F4E-445A2382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441" y="102637"/>
            <a:ext cx="10360152" cy="1073020"/>
          </a:xfrm>
        </p:spPr>
        <p:txBody>
          <a:bodyPr/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Heuristics for Making Backpropagation Perform Better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5C7BD-C098-96CA-495D-ED5D1EC74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951" y="1175657"/>
            <a:ext cx="11562918" cy="538376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1" cap="none" dirty="0">
                <a:latin typeface="Arial" panose="020B0604020202020204" pitchFamily="34" charset="0"/>
                <a:cs typeface="Arial" panose="020B0604020202020204" pitchFamily="34" charset="0"/>
              </a:rPr>
              <a:t>Heuristics </a:t>
            </a: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are practical techniques or rules of thumb used to improve the </a:t>
            </a:r>
            <a:r>
              <a:rPr lang="en-IN" sz="2000" b="1" cap="none" dirty="0">
                <a:latin typeface="Arial" panose="020B0604020202020204" pitchFamily="34" charset="0"/>
                <a:cs typeface="Arial" panose="020B0604020202020204" pitchFamily="34" charset="0"/>
              </a:rPr>
              <a:t>speed, stability </a:t>
            </a: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000" b="1" cap="none" dirty="0">
                <a:latin typeface="Arial" panose="020B0604020202020204" pitchFamily="34" charset="0"/>
                <a:cs typeface="Arial" panose="020B0604020202020204" pitchFamily="34" charset="0"/>
              </a:rPr>
              <a:t>quality </a:t>
            </a: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of neural network training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0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Backpropagation tells us </a:t>
            </a:r>
            <a:r>
              <a:rPr lang="en-IN" sz="2000" b="1" cap="none" dirty="0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 to learn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0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 Heuristics tell us </a:t>
            </a:r>
            <a:r>
              <a:rPr lang="en-IN" sz="2000" b="1" cap="none" dirty="0">
                <a:latin typeface="Arial" panose="020B0604020202020204" pitchFamily="34" charset="0"/>
                <a:cs typeface="Arial" panose="020B0604020202020204" pitchFamily="34" charset="0"/>
              </a:rPr>
              <a:t>HOW TO MAKE THAT LEARNING BETTER</a:t>
            </a:r>
            <a:endParaRPr lang="en-IN" sz="20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132362"/>
      </p:ext>
    </p:extLst>
  </p:cSld>
  <p:clrMapOvr>
    <a:masterClrMapping/>
  </p:clrMapOvr>
  <p:transition spd="med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02FCC9-9617-AA4D-276E-A3F684F65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43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3CAD38-D9FE-5299-8DB7-4837B07891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6305309"/>
              </p:ext>
            </p:extLst>
          </p:nvPr>
        </p:nvGraphicFramePr>
        <p:xfrm>
          <a:off x="410050" y="442080"/>
          <a:ext cx="5300285" cy="401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37B733C-1930-9C8E-1D3F-A66BC69886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8123451"/>
              </p:ext>
            </p:extLst>
          </p:nvPr>
        </p:nvGraphicFramePr>
        <p:xfrm>
          <a:off x="5952381" y="481735"/>
          <a:ext cx="5732127" cy="3936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664E53D-58E2-34F6-C248-01154B54885A}"/>
              </a:ext>
            </a:extLst>
          </p:cNvPr>
          <p:cNvSpPr/>
          <p:nvPr/>
        </p:nvSpPr>
        <p:spPr>
          <a:xfrm>
            <a:off x="3518159" y="4945201"/>
            <a:ext cx="5300285" cy="756000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C62854A-0EA7-3008-3927-F3D02BE112E2}"/>
              </a:ext>
            </a:extLst>
          </p:cNvPr>
          <p:cNvGrpSpPr/>
          <p:nvPr/>
        </p:nvGrpSpPr>
        <p:grpSpPr>
          <a:xfrm>
            <a:off x="3855235" y="4517854"/>
            <a:ext cx="3710199" cy="919525"/>
            <a:chOff x="-226041" y="4480445"/>
            <a:chExt cx="3710199" cy="91952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C536C14-F082-13C0-D050-4F421FAEAE56}"/>
                </a:ext>
              </a:extLst>
            </p:cNvPr>
            <p:cNvSpPr/>
            <p:nvPr/>
          </p:nvSpPr>
          <p:spPr>
            <a:xfrm>
              <a:off x="-226041" y="4480445"/>
              <a:ext cx="3710199" cy="8856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B6C0C8E9-FC87-B4FE-4B54-9B266B23B3DE}"/>
                </a:ext>
              </a:extLst>
            </p:cNvPr>
            <p:cNvSpPr txBox="1"/>
            <p:nvPr/>
          </p:nvSpPr>
          <p:spPr>
            <a:xfrm>
              <a:off x="-226041" y="4600832"/>
              <a:ext cx="3623737" cy="79913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0237" tIns="0" rIns="140237" bIns="0" numCol="1" spcCol="1270" anchor="ctr" anchorCtr="0">
              <a:noAutofit/>
            </a:bodyPr>
            <a:lstStyle/>
            <a:p>
              <a:pPr marL="0" lvl="0" indent="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EARLY STOPPING</a:t>
              </a:r>
              <a:endParaRPr lang="en-IN" sz="3000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" name="Graphic 15" descr="Rabbit">
            <a:extLst>
              <a:ext uri="{FF2B5EF4-FFF2-40B4-BE49-F238E27FC236}">
                <a16:creationId xmlns:a16="http://schemas.microsoft.com/office/drawing/2014/main" id="{AF3056B4-8F98-89CF-BB7E-A5519E7361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75631" y="5890813"/>
            <a:ext cx="914400" cy="914400"/>
          </a:xfrm>
          <a:prstGeom prst="rect">
            <a:avLst/>
          </a:prstGeom>
        </p:spPr>
      </p:pic>
      <p:pic>
        <p:nvPicPr>
          <p:cNvPr id="18" name="Graphic 17" descr="Classroom">
            <a:extLst>
              <a:ext uri="{FF2B5EF4-FFF2-40B4-BE49-F238E27FC236}">
                <a16:creationId xmlns:a16="http://schemas.microsoft.com/office/drawing/2014/main" id="{CD00A92C-BDF7-3856-825B-84B8DE6F4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78047" y="5861303"/>
            <a:ext cx="914400" cy="914400"/>
          </a:xfrm>
          <a:prstGeom prst="rect">
            <a:avLst/>
          </a:prstGeom>
        </p:spPr>
      </p:pic>
      <p:pic>
        <p:nvPicPr>
          <p:cNvPr id="20" name="Graphic 19" descr="Scales of justice">
            <a:extLst>
              <a:ext uri="{FF2B5EF4-FFF2-40B4-BE49-F238E27FC236}">
                <a16:creationId xmlns:a16="http://schemas.microsoft.com/office/drawing/2014/main" id="{38AE4092-68AB-9294-35F5-9BAA81EAF3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40171" y="5861303"/>
            <a:ext cx="914400" cy="914400"/>
          </a:xfrm>
          <a:prstGeom prst="rect">
            <a:avLst/>
          </a:prstGeom>
        </p:spPr>
      </p:pic>
      <p:pic>
        <p:nvPicPr>
          <p:cNvPr id="22" name="Graphic 21" descr="Add">
            <a:extLst>
              <a:ext uri="{FF2B5EF4-FFF2-40B4-BE49-F238E27FC236}">
                <a16:creationId xmlns:a16="http://schemas.microsoft.com/office/drawing/2014/main" id="{1277D34A-94BC-2F34-1748-9D64C601DD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23188" y="6228357"/>
            <a:ext cx="311020" cy="311020"/>
          </a:xfrm>
          <a:prstGeom prst="rect">
            <a:avLst/>
          </a:prstGeom>
        </p:spPr>
      </p:pic>
      <p:pic>
        <p:nvPicPr>
          <p:cNvPr id="24" name="Graphic 23" descr="Add">
            <a:extLst>
              <a:ext uri="{FF2B5EF4-FFF2-40B4-BE49-F238E27FC236}">
                <a16:creationId xmlns:a16="http://schemas.microsoft.com/office/drawing/2014/main" id="{9AE7A44F-79ED-CB80-4C0C-EA5964831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81921" y="6192503"/>
            <a:ext cx="311020" cy="31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21329"/>
      </p:ext>
    </p:extLst>
  </p:cSld>
  <p:clrMapOvr>
    <a:masterClrMapping/>
  </p:clrMapOvr>
  <p:transition spd="med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698D-B868-A2FA-77F0-193AEFF5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440" y="56113"/>
            <a:ext cx="10360152" cy="662473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Heuristic 1 – Learning Rate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3D37E-22AB-5B5F-0DA7-403CE939A3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2232" y="896062"/>
            <a:ext cx="11236347" cy="5570052"/>
          </a:xfrm>
        </p:spPr>
        <p:txBody>
          <a:bodyPr/>
          <a:lstStyle/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Learning rate η controls the size of the weight update.</a:t>
            </a: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</a:t>
            </a:r>
            <a:r>
              <a:rPr lang="en-IN" cap="none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​=</a:t>
            </a:r>
            <a:r>
              <a:rPr lang="en-IN" cap="none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old</a:t>
            </a: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​+</a:t>
            </a:r>
            <a:r>
              <a:rPr lang="en-IN" cap="none" dirty="0" err="1">
                <a:latin typeface="Arial" panose="020B0604020202020204" pitchFamily="34" charset="0"/>
                <a:cs typeface="Arial" panose="020B0604020202020204" pitchFamily="34" charset="0"/>
              </a:rPr>
              <a:t>ηδx</a:t>
            </a:r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Small η → slow learning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Large η → unstable learning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Suitable η → faster and stable learning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A3FB00-6AC3-1809-97F4-58A47D3D6D50}"/>
              </a:ext>
            </a:extLst>
          </p:cNvPr>
          <p:cNvCxnSpPr/>
          <p:nvPr/>
        </p:nvCxnSpPr>
        <p:spPr>
          <a:xfrm>
            <a:off x="1418253" y="3228392"/>
            <a:ext cx="0" cy="156754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00FDB8-55E7-61EA-488A-5B98AB4E87BF}"/>
              </a:ext>
            </a:extLst>
          </p:cNvPr>
          <p:cNvCxnSpPr>
            <a:cxnSpLocks/>
          </p:cNvCxnSpPr>
          <p:nvPr/>
        </p:nvCxnSpPr>
        <p:spPr>
          <a:xfrm>
            <a:off x="1418253" y="4795935"/>
            <a:ext cx="22175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636A7DB-A575-EE54-1418-7FBD9149A028}"/>
              </a:ext>
            </a:extLst>
          </p:cNvPr>
          <p:cNvCxnSpPr>
            <a:cxnSpLocks/>
          </p:cNvCxnSpPr>
          <p:nvPr/>
        </p:nvCxnSpPr>
        <p:spPr>
          <a:xfrm flipH="1">
            <a:off x="7679094" y="4799046"/>
            <a:ext cx="249749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FA0C18-73B0-287F-9CBF-F88DDDCFB62D}"/>
              </a:ext>
            </a:extLst>
          </p:cNvPr>
          <p:cNvCxnSpPr>
            <a:cxnSpLocks/>
          </p:cNvCxnSpPr>
          <p:nvPr/>
        </p:nvCxnSpPr>
        <p:spPr>
          <a:xfrm flipH="1">
            <a:off x="4481804" y="4795935"/>
            <a:ext cx="210249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03F063-B722-59EF-47F8-E7283A86AE07}"/>
              </a:ext>
            </a:extLst>
          </p:cNvPr>
          <p:cNvCxnSpPr/>
          <p:nvPr/>
        </p:nvCxnSpPr>
        <p:spPr>
          <a:xfrm>
            <a:off x="7679094" y="3228392"/>
            <a:ext cx="0" cy="156754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496A04-8CF0-511E-4759-B0A9303BB8B1}"/>
              </a:ext>
            </a:extLst>
          </p:cNvPr>
          <p:cNvCxnSpPr/>
          <p:nvPr/>
        </p:nvCxnSpPr>
        <p:spPr>
          <a:xfrm>
            <a:off x="4481804" y="3228392"/>
            <a:ext cx="0" cy="156754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1CCC7C-3062-7908-175C-CAA17F7D58BC}"/>
              </a:ext>
            </a:extLst>
          </p:cNvPr>
          <p:cNvSpPr txBox="1"/>
          <p:nvPr/>
        </p:nvSpPr>
        <p:spPr>
          <a:xfrm>
            <a:off x="638228" y="308337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B3DC0-85E7-C5B3-F6BB-30790BCABC1F}"/>
              </a:ext>
            </a:extLst>
          </p:cNvPr>
          <p:cNvSpPr txBox="1"/>
          <p:nvPr/>
        </p:nvSpPr>
        <p:spPr>
          <a:xfrm>
            <a:off x="3732881" y="308337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7E79CC-450B-4CF3-AAA1-7F7497F727B6}"/>
              </a:ext>
            </a:extLst>
          </p:cNvPr>
          <p:cNvSpPr txBox="1"/>
          <p:nvPr/>
        </p:nvSpPr>
        <p:spPr>
          <a:xfrm>
            <a:off x="6961274" y="308337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21FF55-C266-C1D5-9D3C-55EF27FC09A2}"/>
              </a:ext>
            </a:extLst>
          </p:cNvPr>
          <p:cNvSpPr txBox="1"/>
          <p:nvPr/>
        </p:nvSpPr>
        <p:spPr>
          <a:xfrm>
            <a:off x="2947872" y="484647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Epoch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3D7EF3-8773-21FC-F881-A00A99AC28F3}"/>
              </a:ext>
            </a:extLst>
          </p:cNvPr>
          <p:cNvSpPr txBox="1"/>
          <p:nvPr/>
        </p:nvSpPr>
        <p:spPr>
          <a:xfrm>
            <a:off x="6110405" y="483558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Epoch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A88D1C-01F7-AD8B-6E01-855BC7D45831}"/>
              </a:ext>
            </a:extLst>
          </p:cNvPr>
          <p:cNvSpPr txBox="1"/>
          <p:nvPr/>
        </p:nvSpPr>
        <p:spPr>
          <a:xfrm>
            <a:off x="9588158" y="481809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Epoch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23919CF-EB5E-8952-82B7-CCF7E4FE5365}"/>
              </a:ext>
            </a:extLst>
          </p:cNvPr>
          <p:cNvCxnSpPr>
            <a:cxnSpLocks/>
          </p:cNvCxnSpPr>
          <p:nvPr/>
        </p:nvCxnSpPr>
        <p:spPr>
          <a:xfrm>
            <a:off x="1530220" y="3429000"/>
            <a:ext cx="167951" cy="11029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736733-1D4C-AB2D-0B37-E2457E245F79}"/>
              </a:ext>
            </a:extLst>
          </p:cNvPr>
          <p:cNvCxnSpPr>
            <a:cxnSpLocks/>
          </p:cNvCxnSpPr>
          <p:nvPr/>
        </p:nvCxnSpPr>
        <p:spPr>
          <a:xfrm>
            <a:off x="1698171" y="4531959"/>
            <a:ext cx="15115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0EDC5D4-8100-DDBE-11F2-47E01F97C462}"/>
              </a:ext>
            </a:extLst>
          </p:cNvPr>
          <p:cNvSpPr/>
          <p:nvPr/>
        </p:nvSpPr>
        <p:spPr>
          <a:xfrm>
            <a:off x="4562669" y="3275045"/>
            <a:ext cx="1844348" cy="1256910"/>
          </a:xfrm>
          <a:custGeom>
            <a:avLst/>
            <a:gdLst>
              <a:gd name="csX0" fmla="*/ 0 w 1687647"/>
              <a:gd name="csY0" fmla="*/ 0 h 722383"/>
              <a:gd name="csX1" fmla="*/ 279919 w 1687647"/>
              <a:gd name="csY1" fmla="*/ 615820 h 722383"/>
              <a:gd name="csX2" fmla="*/ 653143 w 1687647"/>
              <a:gd name="csY2" fmla="*/ 74645 h 722383"/>
              <a:gd name="csX3" fmla="*/ 989045 w 1687647"/>
              <a:gd name="csY3" fmla="*/ 587828 h 722383"/>
              <a:gd name="csX4" fmla="*/ 1362270 w 1687647"/>
              <a:gd name="csY4" fmla="*/ 83975 h 722383"/>
              <a:gd name="csX5" fmla="*/ 1670180 w 1687647"/>
              <a:gd name="csY5" fmla="*/ 681135 h 722383"/>
              <a:gd name="csX6" fmla="*/ 1651519 w 1687647"/>
              <a:gd name="csY6" fmla="*/ 671804 h 722383"/>
              <a:gd name="csX7" fmla="*/ 1651519 w 1687647"/>
              <a:gd name="csY7" fmla="*/ 671804 h 722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687647" h="722383">
                <a:moveTo>
                  <a:pt x="0" y="0"/>
                </a:moveTo>
                <a:cubicBezTo>
                  <a:pt x="85531" y="301689"/>
                  <a:pt x="171062" y="603379"/>
                  <a:pt x="279919" y="615820"/>
                </a:cubicBezTo>
                <a:cubicBezTo>
                  <a:pt x="388776" y="628261"/>
                  <a:pt x="534955" y="79310"/>
                  <a:pt x="653143" y="74645"/>
                </a:cubicBezTo>
                <a:cubicBezTo>
                  <a:pt x="771331" y="69980"/>
                  <a:pt x="870857" y="586273"/>
                  <a:pt x="989045" y="587828"/>
                </a:cubicBezTo>
                <a:cubicBezTo>
                  <a:pt x="1107233" y="589383"/>
                  <a:pt x="1248748" y="68424"/>
                  <a:pt x="1362270" y="83975"/>
                </a:cubicBezTo>
                <a:cubicBezTo>
                  <a:pt x="1475792" y="99526"/>
                  <a:pt x="1670180" y="681135"/>
                  <a:pt x="1670180" y="681135"/>
                </a:cubicBezTo>
                <a:cubicBezTo>
                  <a:pt x="1718388" y="779107"/>
                  <a:pt x="1651519" y="671804"/>
                  <a:pt x="1651519" y="671804"/>
                </a:cubicBezTo>
                <a:lnTo>
                  <a:pt x="1651519" y="67180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1E78CE-53B6-E9C9-BA59-8197FAEE2E3A}"/>
              </a:ext>
            </a:extLst>
          </p:cNvPr>
          <p:cNvSpPr txBox="1"/>
          <p:nvPr/>
        </p:nvSpPr>
        <p:spPr>
          <a:xfrm>
            <a:off x="4705456" y="4973412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Oscillation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AE6BCB-A7FB-467B-62A6-41DFBEDC2829}"/>
              </a:ext>
            </a:extLst>
          </p:cNvPr>
          <p:cNvSpPr txBox="1"/>
          <p:nvPr/>
        </p:nvSpPr>
        <p:spPr>
          <a:xfrm>
            <a:off x="1388192" y="4973411"/>
            <a:ext cx="121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Very Slow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D62D44-6A58-2FA4-4516-EC7A7A7DE9C4}"/>
              </a:ext>
            </a:extLst>
          </p:cNvPr>
          <p:cNvSpPr txBox="1"/>
          <p:nvPr/>
        </p:nvSpPr>
        <p:spPr>
          <a:xfrm>
            <a:off x="8136294" y="4973411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Smooth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9F07693-BC83-5E8A-B021-D053FE21EC7A}"/>
              </a:ext>
            </a:extLst>
          </p:cNvPr>
          <p:cNvCxnSpPr>
            <a:cxnSpLocks/>
          </p:cNvCxnSpPr>
          <p:nvPr/>
        </p:nvCxnSpPr>
        <p:spPr>
          <a:xfrm>
            <a:off x="7809722" y="3275045"/>
            <a:ext cx="527200" cy="9876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DA23FC1-4927-157A-A004-93D5789A6E5F}"/>
              </a:ext>
            </a:extLst>
          </p:cNvPr>
          <p:cNvCxnSpPr>
            <a:cxnSpLocks/>
          </p:cNvCxnSpPr>
          <p:nvPr/>
        </p:nvCxnSpPr>
        <p:spPr>
          <a:xfrm>
            <a:off x="8756000" y="4497749"/>
            <a:ext cx="1381567" cy="19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17F9518-5025-7569-BEFD-9460E43CFECA}"/>
              </a:ext>
            </a:extLst>
          </p:cNvPr>
          <p:cNvCxnSpPr>
            <a:cxnSpLocks/>
          </p:cNvCxnSpPr>
          <p:nvPr/>
        </p:nvCxnSpPr>
        <p:spPr>
          <a:xfrm>
            <a:off x="8626171" y="4262730"/>
            <a:ext cx="129829" cy="2159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62212E7-B35B-B26E-35C2-DE1C07857DF3}"/>
              </a:ext>
            </a:extLst>
          </p:cNvPr>
          <p:cNvCxnSpPr>
            <a:cxnSpLocks/>
          </p:cNvCxnSpPr>
          <p:nvPr/>
        </p:nvCxnSpPr>
        <p:spPr>
          <a:xfrm>
            <a:off x="8336922" y="4276339"/>
            <a:ext cx="2892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295954"/>
      </p:ext>
    </p:extLst>
  </p:cSld>
  <p:clrMapOvr>
    <a:masterClrMapping/>
  </p:clrMapOvr>
  <p:transition spd="med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89ADE-EA6D-14B1-9327-8A45938F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1B40A23-EE91-588A-4B89-2F825D9D1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21298"/>
            <a:ext cx="10360152" cy="802433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Heuristic 2 – Momentum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AAD00A-F7DD-DDF9-2326-06E1362926BF}"/>
              </a:ext>
            </a:extLst>
          </p:cNvPr>
          <p:cNvSpPr txBox="1"/>
          <p:nvPr/>
        </p:nvSpPr>
        <p:spPr>
          <a:xfrm>
            <a:off x="737119" y="923731"/>
            <a:ext cx="106275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Momentum uses information from the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previous weight update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to influence the current update.</a:t>
            </a:r>
          </a:p>
          <a:p>
            <a:pPr algn="ctr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Δw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(t)=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ηδx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+α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Δw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(t−1) </a:t>
            </a:r>
          </a:p>
          <a:p>
            <a:pPr lvl="0" algn="r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η = learning rate </a:t>
            </a:r>
          </a:p>
          <a:p>
            <a:pPr lvl="0" algn="r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α = momentum coefficient </a:t>
            </a:r>
          </a:p>
          <a:p>
            <a:pPr lvl="0" algn="r"/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Δw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(t−1) = previous weight change </a:t>
            </a:r>
          </a:p>
          <a:p>
            <a:pPr lvl="0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Momentum helps the network move faster in the correct direction and reduces unnecessary oscillations.</a:t>
            </a:r>
          </a:p>
        </p:txBody>
      </p:sp>
    </p:spTree>
    <p:extLst>
      <p:ext uri="{BB962C8B-B14F-4D97-AF65-F5344CB8AC3E}">
        <p14:creationId xmlns:p14="http://schemas.microsoft.com/office/powerpoint/2010/main" val="527208177"/>
      </p:ext>
    </p:extLst>
  </p:cSld>
  <p:clrMapOvr>
    <a:masterClrMapping/>
  </p:clrMapOvr>
  <p:transition spd="med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4AE4-6F96-5E60-8DD9-26E1387F6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39EDB47-D123-0BB8-3656-D2ACDA90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21298"/>
            <a:ext cx="10360152" cy="802433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Heuristic 3 – Weight Initialization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51E6A-5A2E-0FC9-A80C-75D805977D88}"/>
              </a:ext>
            </a:extLst>
          </p:cNvPr>
          <p:cNvSpPr txBox="1"/>
          <p:nvPr/>
        </p:nvSpPr>
        <p:spPr>
          <a:xfrm>
            <a:off x="709127" y="1119673"/>
            <a:ext cx="111594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If all neurons start with identical weights, they can learn the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same thing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Therefore, weights are generally initialized with suitable small random values or using modern initialization schemes.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Modern initialization schemes: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Xavier/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glorot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initialization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He initialization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24824-25CB-572F-83DA-7A6E89FD8CA9}"/>
              </a:ext>
            </a:extLst>
          </p:cNvPr>
          <p:cNvSpPr txBox="1"/>
          <p:nvPr/>
        </p:nvSpPr>
        <p:spPr>
          <a:xfrm>
            <a:off x="3573624" y="4537998"/>
            <a:ext cx="6606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Heuristic 4 &amp; 5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Common approach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H-4:    Cleaning the data (normalizing data)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H-5:    Activation function (Choose according to problem)</a:t>
            </a:r>
          </a:p>
        </p:txBody>
      </p:sp>
    </p:spTree>
    <p:extLst>
      <p:ext uri="{BB962C8B-B14F-4D97-AF65-F5344CB8AC3E}">
        <p14:creationId xmlns:p14="http://schemas.microsoft.com/office/powerpoint/2010/main" val="1463103504"/>
      </p:ext>
    </p:extLst>
  </p:cSld>
  <p:clrMapOvr>
    <a:masterClrMapping/>
  </p:clrMapOvr>
  <p:transition spd="med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646AE-C452-CFF3-ADD0-CD710DF0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B66ECC5-6A60-CF00-BE77-0C14EDBA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21298"/>
            <a:ext cx="10360152" cy="802433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Heuristic 6 – Mini-Batch Learning</a:t>
            </a:r>
            <a:endParaRPr lang="en-IN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5E37955-7D4B-1C62-11E5-9DAE6E4483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999259"/>
              </p:ext>
            </p:extLst>
          </p:nvPr>
        </p:nvGraphicFramePr>
        <p:xfrm>
          <a:off x="907265" y="923731"/>
          <a:ext cx="4322146" cy="2767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6F84267-6A25-AD08-559E-40E682E085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7068355"/>
              </p:ext>
            </p:extLst>
          </p:nvPr>
        </p:nvGraphicFramePr>
        <p:xfrm>
          <a:off x="3322734" y="3126963"/>
          <a:ext cx="4641705" cy="2839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2DC2219-910C-F01F-EE81-61286AD475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602761"/>
              </p:ext>
            </p:extLst>
          </p:nvPr>
        </p:nvGraphicFramePr>
        <p:xfrm>
          <a:off x="6057762" y="1035698"/>
          <a:ext cx="4718179" cy="2767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6D0D1E0-8186-2BE8-E96A-91054ECC7948}"/>
              </a:ext>
            </a:extLst>
          </p:cNvPr>
          <p:cNvSpPr txBox="1"/>
          <p:nvPr/>
        </p:nvSpPr>
        <p:spPr>
          <a:xfrm>
            <a:off x="273957" y="5894829"/>
            <a:ext cx="11002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Modern neural networks commonly use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mini-batch training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because it provides a practical balance between computational efficiency and stable learning</a:t>
            </a:r>
          </a:p>
        </p:txBody>
      </p:sp>
    </p:spTree>
    <p:extLst>
      <p:ext uri="{BB962C8B-B14F-4D97-AF65-F5344CB8AC3E}">
        <p14:creationId xmlns:p14="http://schemas.microsoft.com/office/powerpoint/2010/main" val="2932201643"/>
      </p:ext>
    </p:extLst>
  </p:cSld>
  <p:clrMapOvr>
    <a:masterClrMapping/>
  </p:clrMapOvr>
  <p:transition spd="med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3993E-B0B7-BAC4-665E-C81BAF3E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5BBB1A-74A1-E718-790A-AF3AF05C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21298"/>
            <a:ext cx="10360152" cy="802433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Heuristic 7 – Early Stopping</a:t>
            </a:r>
            <a:endParaRPr lang="en-IN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3ABFC9F-B777-BBEF-BDF2-0CDDC15354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2614194"/>
              </p:ext>
            </p:extLst>
          </p:nvPr>
        </p:nvGraphicFramePr>
        <p:xfrm>
          <a:off x="1938694" y="103690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D90EA5-476F-07A2-2DBE-9058BF8D48E5}"/>
              </a:ext>
            </a:extLst>
          </p:cNvPr>
          <p:cNvSpPr/>
          <p:nvPr/>
        </p:nvSpPr>
        <p:spPr>
          <a:xfrm>
            <a:off x="8593494" y="5253135"/>
            <a:ext cx="1278294" cy="118498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34619F2-B775-650B-0D3F-8ABE4BC4AC26}"/>
              </a:ext>
            </a:extLst>
          </p:cNvPr>
          <p:cNvSpPr/>
          <p:nvPr/>
        </p:nvSpPr>
        <p:spPr>
          <a:xfrm>
            <a:off x="7417837" y="5766318"/>
            <a:ext cx="914400" cy="485192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08911"/>
      </p:ext>
    </p:extLst>
  </p:cSld>
  <p:clrMapOvr>
    <a:masterClrMapping/>
  </p:clrMapOvr>
  <p:transition spd="med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77BC7E-C34C-012E-E0E4-617D70A9E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1699E6-AAF2-BF79-74CB-5237789A4B84}"/>
              </a:ext>
            </a:extLst>
          </p:cNvPr>
          <p:cNvSpPr/>
          <p:nvPr/>
        </p:nvSpPr>
        <p:spPr>
          <a:xfrm>
            <a:off x="3956179" y="147340"/>
            <a:ext cx="3825551" cy="10164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MAKE BACKPROPAGATION BETTER</a:t>
            </a:r>
          </a:p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9E711D0A-6B37-CB18-CAD3-E3600A0AE3AE}"/>
              </a:ext>
            </a:extLst>
          </p:cNvPr>
          <p:cNvSpPr/>
          <p:nvPr/>
        </p:nvSpPr>
        <p:spPr>
          <a:xfrm>
            <a:off x="1691520" y="1617590"/>
            <a:ext cx="1520889" cy="830997"/>
          </a:xfrm>
          <a:prstGeom prst="flowChartConnector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Learning Rate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4641D007-8D2E-1488-BB33-08BE0ECCC426}"/>
              </a:ext>
            </a:extLst>
          </p:cNvPr>
          <p:cNvSpPr/>
          <p:nvPr/>
        </p:nvSpPr>
        <p:spPr>
          <a:xfrm>
            <a:off x="4851918" y="1617591"/>
            <a:ext cx="1707502" cy="830997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Momentum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6E3E941B-C0BC-EDBD-6ACA-E4393E49F3A6}"/>
              </a:ext>
            </a:extLst>
          </p:cNvPr>
          <p:cNvSpPr/>
          <p:nvPr/>
        </p:nvSpPr>
        <p:spPr>
          <a:xfrm>
            <a:off x="8130937" y="1549146"/>
            <a:ext cx="1719942" cy="830997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Initialization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68CA57-3E50-66C7-02F2-72FC3BE60240}"/>
              </a:ext>
            </a:extLst>
          </p:cNvPr>
          <p:cNvSpPr/>
          <p:nvPr/>
        </p:nvSpPr>
        <p:spPr>
          <a:xfrm>
            <a:off x="1849708" y="2522665"/>
            <a:ext cx="1194318" cy="6070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Stable Step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7DBA8A-3D83-0EA8-DF0B-1B0976970C49}"/>
              </a:ext>
            </a:extLst>
          </p:cNvPr>
          <p:cNvSpPr/>
          <p:nvPr/>
        </p:nvSpPr>
        <p:spPr>
          <a:xfrm>
            <a:off x="8212579" y="2467250"/>
            <a:ext cx="1357604" cy="4528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Good Start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26A1A7-C160-2759-3456-BEE4DE5A6AB9}"/>
              </a:ext>
            </a:extLst>
          </p:cNvPr>
          <p:cNvSpPr/>
          <p:nvPr/>
        </p:nvSpPr>
        <p:spPr>
          <a:xfrm>
            <a:off x="5115854" y="2546847"/>
            <a:ext cx="1194318" cy="3732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Faster Path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610091-557D-A79D-60B5-A253B56D12B1}"/>
              </a:ext>
            </a:extLst>
          </p:cNvPr>
          <p:cNvSpPr/>
          <p:nvPr/>
        </p:nvSpPr>
        <p:spPr>
          <a:xfrm>
            <a:off x="1087879" y="3566910"/>
            <a:ext cx="2717975" cy="586310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Normalization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D64CAE8-A502-1C86-0054-E0EC025ECBAC}"/>
              </a:ext>
            </a:extLst>
          </p:cNvPr>
          <p:cNvSpPr/>
          <p:nvPr/>
        </p:nvSpPr>
        <p:spPr>
          <a:xfrm>
            <a:off x="8143376" y="3445612"/>
            <a:ext cx="2068285" cy="58631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Mini-Batch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6BC452F-44F3-D45C-28A3-880787CE3470}"/>
              </a:ext>
            </a:extLst>
          </p:cNvPr>
          <p:cNvSpPr/>
          <p:nvPr/>
        </p:nvSpPr>
        <p:spPr>
          <a:xfrm>
            <a:off x="4789714" y="3493739"/>
            <a:ext cx="2068286" cy="58631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Activation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E629A0-3CDE-3FB7-3F1A-E96AC73225CC}"/>
              </a:ext>
            </a:extLst>
          </p:cNvPr>
          <p:cNvSpPr/>
          <p:nvPr/>
        </p:nvSpPr>
        <p:spPr>
          <a:xfrm>
            <a:off x="8260956" y="4150465"/>
            <a:ext cx="1994333" cy="354563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Training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5FF254-02D8-6CA8-E905-47722DA14C1A}"/>
              </a:ext>
            </a:extLst>
          </p:cNvPr>
          <p:cNvSpPr/>
          <p:nvPr/>
        </p:nvSpPr>
        <p:spPr>
          <a:xfrm>
            <a:off x="4851918" y="4192303"/>
            <a:ext cx="2239347" cy="354563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Gradients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5D9490-47F6-606A-FB68-E842E64FEC46}"/>
              </a:ext>
            </a:extLst>
          </p:cNvPr>
          <p:cNvSpPr/>
          <p:nvPr/>
        </p:nvSpPr>
        <p:spPr>
          <a:xfrm>
            <a:off x="1508383" y="4252004"/>
            <a:ext cx="1731088" cy="354563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Scale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A5B16E6-D99F-02C7-DF7C-067AD09D2813}"/>
              </a:ext>
            </a:extLst>
          </p:cNvPr>
          <p:cNvSpPr/>
          <p:nvPr/>
        </p:nvSpPr>
        <p:spPr>
          <a:xfrm>
            <a:off x="4427375" y="5013685"/>
            <a:ext cx="2883158" cy="68113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Early Stopping</a:t>
            </a:r>
          </a:p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8681F6-2841-A8B9-005F-3F876C64F69C}"/>
              </a:ext>
            </a:extLst>
          </p:cNvPr>
          <p:cNvSpPr/>
          <p:nvPr/>
        </p:nvSpPr>
        <p:spPr>
          <a:xfrm>
            <a:off x="4851918" y="5752701"/>
            <a:ext cx="2096277" cy="35456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Overfitting</a:t>
            </a:r>
          </a:p>
        </p:txBody>
      </p:sp>
    </p:spTree>
    <p:extLst>
      <p:ext uri="{BB962C8B-B14F-4D97-AF65-F5344CB8AC3E}">
        <p14:creationId xmlns:p14="http://schemas.microsoft.com/office/powerpoint/2010/main" val="2180652540"/>
      </p:ext>
    </p:extLst>
  </p:cSld>
  <p:clrMapOvr>
    <a:masterClrMapping/>
  </p:clrMapOvr>
  <p:transition spd="med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AB5B-DF12-D99E-B83F-C1F1DB7A0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645" y="51448"/>
            <a:ext cx="12475028" cy="671804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BACKPROPAGATION &amp; DIFFERENTIATION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87B19-3D59-EA29-A15B-7D8C023A55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25" y="784225"/>
            <a:ext cx="11161702" cy="5672559"/>
          </a:xfrm>
        </p:spPr>
        <p:txBody>
          <a:bodyPr/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WE NEED DIFFERENTIATION IN BP?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To find how much each weight contributed to the error and adjust the weights to reduce the error.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 we need the derivative of the error with respect to each weight.</a:t>
            </a:r>
          </a:p>
          <a:p>
            <a:pPr algn="l"/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the basic idea is:</a:t>
            </a:r>
          </a:p>
          <a:p>
            <a:r>
              <a:rPr lang="en-IN" sz="2000" cap="none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​=</a:t>
            </a:r>
            <a:r>
              <a:rPr lang="en-IN" sz="2000" cap="none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old</a:t>
            </a:r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​−η(∂E/∂w)​ </a:t>
            </a:r>
          </a:p>
          <a:p>
            <a:pPr algn="r"/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where:</a:t>
            </a:r>
          </a:p>
          <a:p>
            <a:pPr lvl="0" algn="r"/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w = weight </a:t>
            </a:r>
          </a:p>
          <a:p>
            <a:pPr lvl="0" algn="r"/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E = error/loss </a:t>
            </a:r>
          </a:p>
          <a:p>
            <a:pPr lvl="0" algn="r"/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η = learning rate </a:t>
            </a:r>
          </a:p>
          <a:p>
            <a:pPr lvl="0" algn="r"/>
            <a:r>
              <a:rPr lang="en-IN" sz="2000" cap="none" dirty="0">
                <a:latin typeface="Arial" panose="020B0604020202020204" pitchFamily="34" charset="0"/>
                <a:cs typeface="Arial" panose="020B0604020202020204" pitchFamily="34" charset="0"/>
              </a:rPr>
              <a:t>∂E/∂w​ = gradient</a:t>
            </a:r>
          </a:p>
          <a:p>
            <a:pPr algn="l"/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Differentiation → Gradient → Weight Update → Lower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739639"/>
      </p:ext>
    </p:extLst>
  </p:cSld>
  <p:clrMapOvr>
    <a:masterClrMapping/>
  </p:clrMapOvr>
  <p:transition spd="med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B9BFB-A8E1-F066-230F-E9149DB4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36669-B65D-1ACB-46E4-46E06AE2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645" y="51448"/>
            <a:ext cx="12475028" cy="671804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SIMPLE NEURON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B90F14E-666E-DE54-3790-A1C235D4333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20225" y="784225"/>
                <a:ext cx="11161702" cy="5672559"/>
              </a:xfrm>
            </p:spPr>
            <p:txBody>
              <a:bodyPr/>
              <a:lstStyle/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 one neuron:</a:t>
                </a:r>
              </a:p>
              <a:p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Z=</a:t>
                </a:r>
                <a:r>
                  <a:rPr lang="en-IN" cap="none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wx+b</a:t>
                </a:r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Activation:</a:t>
                </a:r>
              </a:p>
              <a:p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Y=f(z) </a:t>
                </a: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we use the </a:t>
                </a:r>
                <a:r>
                  <a:rPr lang="en-IN" b="1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sigmoid activation</a:t>
                </a:r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F(z)=1+e−z1​ </a:t>
                </a: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And squared error: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 cap="none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cap="non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cap="non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cap="non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i="1" cap="non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cap="non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cap="non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cap="none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p>
                          <m:r>
                            <a:rPr lang="en-IN" cap="non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We want to find:</a:t>
                </a:r>
              </a:p>
              <a:p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∂E /∂w​</a:t>
                </a:r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B90F14E-666E-DE54-3790-A1C235D433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20225" y="784225"/>
                <a:ext cx="11161702" cy="5672559"/>
              </a:xfrm>
              <a:blipFill>
                <a:blip r:embed="rId2"/>
                <a:stretch>
                  <a:fillRect l="-819" t="-7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438524"/>
      </p:ext>
    </p:extLst>
  </p:cSld>
  <p:clrMapOvr>
    <a:masterClrMapping/>
  </p:clrMapOvr>
  <p:transition spd="med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D0041-32E0-0151-FA36-7EA7D6FC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00C8-39CE-FFA4-44FA-6E7CB110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645" y="51448"/>
            <a:ext cx="12475028" cy="671804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CHAIN RULE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D2F76-5C71-7F15-2664-46DAC5D443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25" y="784225"/>
            <a:ext cx="11161702" cy="567255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The error depends on y, y depends on z, and z depends on w.</a:t>
            </a:r>
          </a:p>
          <a:p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weight→ z→ y→ E </a:t>
            </a:r>
          </a:p>
          <a:p>
            <a:endParaRPr lang="en-IN" b="1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Using the </a:t>
            </a:r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chain rule</a:t>
            </a: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∂E/∂w = ∂E/∂y​ ∂y/∂z ​∂z/∂w​​ 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This is essentially what </a:t>
            </a:r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backpropagation does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Backpropagation is basically the chain rule applied backward through the neural network.</a:t>
            </a:r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318848"/>
      </p:ext>
    </p:extLst>
  </p:cSld>
  <p:clrMapOvr>
    <a:masterClrMapping/>
  </p:clrMapOvr>
  <p:transition spd="med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FA1DB-5BD3-510F-78BB-FE925581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DAE6-D50C-4560-34D4-13D14985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645" y="51448"/>
            <a:ext cx="5561045" cy="671804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ERROR DERIVATIVES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0F3EAE7-C856-86F9-D1A4-91C2E2A92ED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20225" y="784225"/>
                <a:ext cx="3971564" cy="5672559"/>
              </a:xfrm>
            </p:spPr>
            <p:txBody>
              <a:bodyPr/>
              <a:lstStyle/>
              <a:p>
                <a:pPr algn="l"/>
                <a:endParaRPr lang="en-US" i="1" cap="none" dirty="0"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 cap="none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cap="non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cap="non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cap="non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cap="non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i="1" cap="non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 cap="non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cap="non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cap="non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cap="none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  <m:sup>
                          <m:r>
                            <a:rPr lang="en-IN" cap="non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I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Differentiate w.r.t y:</a:t>
                </a:r>
              </a:p>
              <a:p>
                <a:endParaRPr lang="en-IN" i="1" cap="none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𝜕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num>
                      <m:den>
                        <m:r>
                          <a:rPr lang="en-IN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𝜕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= y-t</a:t>
                </a: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0F3EAE7-C856-86F9-D1A4-91C2E2A92E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20225" y="784225"/>
                <a:ext cx="3971564" cy="5672559"/>
              </a:xfrm>
              <a:blipFill>
                <a:blip r:embed="rId2"/>
                <a:stretch>
                  <a:fillRect l="-23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E45A52C4-5E2B-A324-E4D1-C0086E4CBFCE}"/>
              </a:ext>
            </a:extLst>
          </p:cNvPr>
          <p:cNvSpPr txBox="1">
            <a:spLocks/>
          </p:cNvSpPr>
          <p:nvPr/>
        </p:nvSpPr>
        <p:spPr>
          <a:xfrm>
            <a:off x="6096000" y="0"/>
            <a:ext cx="5561045" cy="1219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ACTIVATION DERIVATIVE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21329DDC-14CA-53E1-C368-7E172610D1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8204" y="1219200"/>
                <a:ext cx="3971564" cy="56725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400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i="1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For sigmoid:  </a:t>
                </a: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Y = 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I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i="1" cap="none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𝜕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num>
                      <m:den>
                        <m:r>
                          <a:rPr lang="en-IN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𝜕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= y(1-y)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Beautiful property of sigmoid</a:t>
                </a: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</a:t>
                </a:r>
              </a:p>
            </p:txBody>
          </p:sp>
        </mc:Choice>
        <mc:Fallback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21329DDC-14CA-53E1-C368-7E172610D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204" y="1219200"/>
                <a:ext cx="3971564" cy="5672559"/>
              </a:xfrm>
              <a:prstGeom prst="rect">
                <a:avLst/>
              </a:prstGeom>
              <a:blipFill>
                <a:blip r:embed="rId3"/>
                <a:stretch>
                  <a:fillRect l="-19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4D335C3C-AFF1-7EA1-0E42-7FD9EDD9FE7B}"/>
              </a:ext>
            </a:extLst>
          </p:cNvPr>
          <p:cNvSpPr txBox="1">
            <a:spLocks/>
          </p:cNvSpPr>
          <p:nvPr/>
        </p:nvSpPr>
        <p:spPr>
          <a:xfrm>
            <a:off x="22752" y="3200400"/>
            <a:ext cx="5561045" cy="1219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NEURON DERIVATIVE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Placeholder 2">
                <a:extLst>
                  <a:ext uri="{FF2B5EF4-FFF2-40B4-BE49-F238E27FC236}">
                    <a16:creationId xmlns:a16="http://schemas.microsoft.com/office/drawing/2014/main" id="{F9115BC3-65E0-FCDC-661E-21F3DF73F6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0225" y="4055479"/>
                <a:ext cx="3971564" cy="56725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400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i="1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Z=</a:t>
                </a:r>
                <a:r>
                  <a:rPr lang="en-IN" cap="none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wx+b</a:t>
                </a:r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Differentiate w.r.t  w:</a:t>
                </a: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cap="none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i="1" cap="none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𝜕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num>
                      <m:den>
                        <m:r>
                          <a:rPr lang="en-IN" i="1" cap="none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𝜕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= x</a:t>
                </a: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IN" cap="non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n-IN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</a:t>
                </a:r>
              </a:p>
            </p:txBody>
          </p:sp>
        </mc:Choice>
        <mc:Fallback>
          <p:sp>
            <p:nvSpPr>
              <p:cNvPr id="12" name="Text Placeholder 2">
                <a:extLst>
                  <a:ext uri="{FF2B5EF4-FFF2-40B4-BE49-F238E27FC236}">
                    <a16:creationId xmlns:a16="http://schemas.microsoft.com/office/drawing/2014/main" id="{F9115BC3-65E0-FCDC-661E-21F3DF73F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25" y="4055479"/>
                <a:ext cx="3971564" cy="5672559"/>
              </a:xfrm>
              <a:prstGeom prst="rect">
                <a:avLst/>
              </a:prstGeom>
              <a:blipFill>
                <a:blip r:embed="rId4"/>
                <a:stretch>
                  <a:fillRect l="-23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C8CEF7-83A6-BF31-E228-6B7B50F009CC}"/>
                  </a:ext>
                </a:extLst>
              </p:cNvPr>
              <p:cNvSpPr txBox="1"/>
              <p:nvPr/>
            </p:nvSpPr>
            <p:spPr>
              <a:xfrm>
                <a:off x="6894094" y="5638800"/>
                <a:ext cx="6216316" cy="635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400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𝜕</m:t>
                        </m:r>
                        <m:r>
                          <a:rPr lang="en-US" sz="2400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num>
                      <m:den>
                        <m:r>
                          <a:rPr lang="en-IN" sz="2400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𝜕</m:t>
                        </m:r>
                        <m:r>
                          <a:rPr lang="en-US" sz="2400" b="0" i="1" cap="none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IN" sz="2400" cap="none" dirty="0">
                    <a:latin typeface="Arial" panose="020B0604020202020204" pitchFamily="34" charset="0"/>
                    <a:cs typeface="Arial" panose="020B0604020202020204" pitchFamily="34" charset="0"/>
                  </a:rPr>
                  <a:t> = (y-t) y (1-y)x</a:t>
                </a:r>
                <a:endParaRPr lang="en-I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C8CEF7-83A6-BF31-E228-6B7B50F00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094" y="5638800"/>
                <a:ext cx="6216316" cy="635367"/>
              </a:xfrm>
              <a:prstGeom prst="rect">
                <a:avLst/>
              </a:prstGeom>
              <a:blipFill>
                <a:blip r:embed="rId5"/>
                <a:stretch>
                  <a:fillRect b="-86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6AEE79D-5B82-056B-7AC2-6BF985CF23A3}"/>
              </a:ext>
            </a:extLst>
          </p:cNvPr>
          <p:cNvSpPr txBox="1"/>
          <p:nvPr/>
        </p:nvSpPr>
        <p:spPr>
          <a:xfrm>
            <a:off x="6436894" y="5177135"/>
            <a:ext cx="6673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COMBINE ALL DERIVATIES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98634903"/>
      </p:ext>
    </p:extLst>
  </p:cSld>
  <p:clrMapOvr>
    <a:masterClrMapping/>
  </p:clrMapOvr>
  <p:transition spd="med">
    <p:pull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E0995-117A-C9DC-6828-2DE24320F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5711-B981-6CEE-2096-03F7E92B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645" y="51448"/>
            <a:ext cx="12475028" cy="671804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EXTEND TO MLP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59C24-5502-948A-93DA-0AF3C2F0E0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25" y="784225"/>
            <a:ext cx="11161702" cy="5672559"/>
          </a:xfrm>
        </p:spPr>
        <p:txBody>
          <a:bodyPr>
            <a:normAutofit lnSpcReduction="10000"/>
          </a:bodyPr>
          <a:lstStyle/>
          <a:p>
            <a:pPr algn="l"/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Forward direction:</a:t>
            </a:r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Input→ hidden layer →output → error </a:t>
            </a:r>
          </a:p>
          <a:p>
            <a:pPr algn="l"/>
            <a:r>
              <a:rPr lang="en-IN" b="1" cap="none" dirty="0">
                <a:latin typeface="Arial" panose="020B0604020202020204" pitchFamily="34" charset="0"/>
                <a:cs typeface="Arial" panose="020B0604020202020204" pitchFamily="34" charset="0"/>
              </a:rPr>
              <a:t>Backward direction:</a:t>
            </a:r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Error→ output layer→ hidden layer→ input</a:t>
            </a: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The error is propagated backward using derivatives.</a:t>
            </a: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For an output neuron: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For a hidden neuron: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And the weight gradient becomes:</a:t>
            </a: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cap="none" dirty="0">
                <a:latin typeface="Arial" panose="020B0604020202020204" pitchFamily="34" charset="0"/>
                <a:cs typeface="Arial" panose="020B0604020202020204" pitchFamily="34" charset="0"/>
              </a:rPr>
              <a:t>Hence the weight update:</a:t>
            </a:r>
          </a:p>
          <a:p>
            <a:endParaRPr lang="en-IN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57162-7B4E-C104-8CAF-7A5278267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342" y="2777290"/>
            <a:ext cx="1838325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BF68B2-CFC5-4927-2C00-ED77D49DF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979" y="3612149"/>
            <a:ext cx="2305050" cy="847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01347B-2F6F-BE7B-FEA6-984C36B45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583" y="4875130"/>
            <a:ext cx="1476375" cy="857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0ADA74-8DEB-8EAC-EA05-D19AA36D4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8295" y="5883614"/>
            <a:ext cx="226695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24278"/>
      </p:ext>
    </p:extLst>
  </p:cSld>
  <p:clrMapOvr>
    <a:masterClrMapping/>
  </p:clrMapOvr>
  <p:transition spd="med">
    <p:pull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725301-3CF3-B390-D2F5-F5BA49DCA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86DD4-9243-D69F-C149-CC68A916EB09}"/>
              </a:ext>
            </a:extLst>
          </p:cNvPr>
          <p:cNvSpPr txBox="1"/>
          <p:nvPr/>
        </p:nvSpPr>
        <p:spPr>
          <a:xfrm>
            <a:off x="1026695" y="465221"/>
            <a:ext cx="869081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Forward propagation calculates the output.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Loss function calculates how wrong the output is.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Backpropagation calculates how each weight contributed to that error.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Differentiation/chain rule gives us those contributions.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Gradient descent updates the weights.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B75EA2-F09D-DBE6-E573-F953B7854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264287"/>
              </p:ext>
            </p:extLst>
          </p:nvPr>
        </p:nvGraphicFramePr>
        <p:xfrm>
          <a:off x="645695" y="4437993"/>
          <a:ext cx="10515600" cy="1889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5973385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74003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584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Differentiation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Calculates rate of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366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Backpropagation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Efficiently calculates gradients through all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00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Gradient Descent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Uses gradients to update weights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842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10267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{15FA6CAB-BD46-4F77-A3D7-291BB7C7C5D8}TF1ed9553b-00c4-4092-846a-c8f7f2908f3beecd942f_win32-8e33096c3cfc</Template>
  <TotalTime>1507</TotalTime>
  <Words>2623</Words>
  <Application>Microsoft Office PowerPoint</Application>
  <PresentationFormat>Widescreen</PresentationFormat>
  <Paragraphs>707</Paragraphs>
  <Slides>55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Cambria Math</vt:lpstr>
      <vt:lpstr>Courier New</vt:lpstr>
      <vt:lpstr>Gill Sans Nova Light</vt:lpstr>
      <vt:lpstr>Sagona Book</vt:lpstr>
      <vt:lpstr>Custom</vt:lpstr>
      <vt:lpstr>MODULE 2   MULTILAYER PERCEPTRONS</vt:lpstr>
      <vt:lpstr>agenda</vt:lpstr>
      <vt:lpstr>PowerPoint Presentation</vt:lpstr>
      <vt:lpstr>PowerPoint Presentation</vt:lpstr>
      <vt:lpstr>MLP Architecture</vt:lpstr>
      <vt:lpstr>COMPONENTS OF MLP</vt:lpstr>
      <vt:lpstr>COMPONENTS OF MLP</vt:lpstr>
      <vt:lpstr> Each hidden neuron performs:  weighted sum ↓ activation function ↓ output  mathematically: z=∑128_(i=1)^n▒w_i  x_i+b output:                                    y=f(z) where, x_i= input  w_i= weight  b= bias  f(z)= activation function </vt:lpstr>
      <vt:lpstr>WHY HIDDEN LAYER IS NEEDED?</vt:lpstr>
      <vt:lpstr>COMPONENTS OF MLP</vt:lpstr>
      <vt:lpstr>CONNECTIONS BETWEEN THE LAYERS</vt:lpstr>
      <vt:lpstr>FORWARD PROPOGATION</vt:lpstr>
      <vt:lpstr>ACTIVATION FUNCTION </vt:lpstr>
      <vt:lpstr>LEARNING PROCESS for FORWARD PROPOGATION </vt:lpstr>
      <vt:lpstr>SOLVING EXAMPLES:</vt:lpstr>
      <vt:lpstr>Suppose the actual (target) output is 1,  but our network predicted 0.703    What should the network do?</vt:lpstr>
      <vt:lpstr>NUMERICALS ON FORWARD PROPOGATION</vt:lpstr>
      <vt:lpstr>BATCH LEARNING</vt:lpstr>
      <vt:lpstr>Algorithm</vt:lpstr>
      <vt:lpstr>Mathematical Representation</vt:lpstr>
      <vt:lpstr>PowerPoint Presentation</vt:lpstr>
      <vt:lpstr>PowerPoint Presentation</vt:lpstr>
      <vt:lpstr>ON-LINE LEARNING </vt:lpstr>
      <vt:lpstr>PowerPoint Presentation</vt:lpstr>
      <vt:lpstr>MATHEMATICAL REPRESENTATION </vt:lpstr>
      <vt:lpstr>PowerPoint Presentation</vt:lpstr>
      <vt:lpstr>PowerPoint Presentation</vt:lpstr>
      <vt:lpstr>BATCH VS ON-LINE </vt:lpstr>
      <vt:lpstr>PowerPoint Presentation</vt:lpstr>
      <vt:lpstr>BACKPROPAGATION ALGORITHM</vt:lpstr>
      <vt:lpstr>PowerPoint Presentation</vt:lpstr>
      <vt:lpstr>PowerPoint Presentation</vt:lpstr>
      <vt:lpstr>MATHEMATICAL EQUATIONS</vt:lpstr>
      <vt:lpstr>MATHEMATICAL EQUATIONS</vt:lpstr>
      <vt:lpstr>PowerPoint Presentation</vt:lpstr>
      <vt:lpstr>NUMERICAL</vt:lpstr>
      <vt:lpstr>XOR PROBLEM</vt:lpstr>
      <vt:lpstr>ARCHITECTURE OF XOR</vt:lpstr>
      <vt:lpstr>PowerPoint Presentation</vt:lpstr>
      <vt:lpstr>PowerPoint Presentation</vt:lpstr>
      <vt:lpstr>PowerPoint Presentation</vt:lpstr>
      <vt:lpstr>Heuristics for Making Backpropagation Perform Better</vt:lpstr>
      <vt:lpstr>PowerPoint Presentation</vt:lpstr>
      <vt:lpstr>Heuristic 1 – Learning Rate</vt:lpstr>
      <vt:lpstr>Heuristic 2 – Momentum</vt:lpstr>
      <vt:lpstr>Heuristic 3 – Weight Initialization</vt:lpstr>
      <vt:lpstr>Heuristic 6 – Mini-Batch Learning</vt:lpstr>
      <vt:lpstr>Heuristic 7 – Early Stopping</vt:lpstr>
      <vt:lpstr>PowerPoint Presentation</vt:lpstr>
      <vt:lpstr>BACKPROPAGATION &amp; DIFFERENTIATION</vt:lpstr>
      <vt:lpstr>SIMPLE NEURON</vt:lpstr>
      <vt:lpstr>CHAIN RULE</vt:lpstr>
      <vt:lpstr>ERROR DERIVATIVES</vt:lpstr>
      <vt:lpstr>EXTEND TO MLP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Ranjani Pradeep</dc:creator>
  <cp:lastModifiedBy>Ranjani Pradeep</cp:lastModifiedBy>
  <cp:revision>157</cp:revision>
  <dcterms:created xsi:type="dcterms:W3CDTF">2026-07-29T04:26:43Z</dcterms:created>
  <dcterms:modified xsi:type="dcterms:W3CDTF">2026-08-12T05:09:24Z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