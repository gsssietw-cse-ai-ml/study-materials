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3" r:id="rId4"/>
    <p:sldId id="257" r:id="rId5"/>
    <p:sldId id="260" r:id="rId6"/>
    <p:sldId id="259" r:id="rId7"/>
    <p:sldId id="265" r:id="rId8"/>
    <p:sldId id="264" r:id="rId9"/>
    <p:sldId id="266" r:id="rId10"/>
    <p:sldId id="261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BEECBC-BA1A-4B76-B43C-2CFD4E0C8B56}" type="doc">
      <dgm:prSet loTypeId="urn:microsoft.com/office/officeart/2008/layout/HalfCircleOrganizationChart" loCatId="hierarchy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IN"/>
        </a:p>
      </dgm:t>
    </dgm:pt>
    <dgm:pt modelId="{DB05CF5B-7BC7-4337-9D3F-346DE4FC6BEC}">
      <dgm:prSet phldrT="[Text]" phldr="0"/>
      <dgm:spPr/>
      <dgm:t>
        <a:bodyPr/>
        <a:lstStyle/>
        <a:p>
          <a:r>
            <a:rPr lang="en-IN" b="1" dirty="0"/>
            <a:t>CONVOLUTIONAL NEURAL NETWORK</a:t>
          </a:r>
        </a:p>
      </dgm:t>
    </dgm:pt>
    <dgm:pt modelId="{1CA5C2E9-2EF7-41DF-897E-EA1C83C785E4}" type="parTrans" cxnId="{ADBBAE24-73C9-4227-92B5-CE4272D60EF0}">
      <dgm:prSet/>
      <dgm:spPr/>
      <dgm:t>
        <a:bodyPr/>
        <a:lstStyle/>
        <a:p>
          <a:endParaRPr lang="en-IN"/>
        </a:p>
      </dgm:t>
    </dgm:pt>
    <dgm:pt modelId="{E0F3E94D-844A-4F9E-9FFE-9DD43022DCE6}" type="sibTrans" cxnId="{ADBBAE24-73C9-4227-92B5-CE4272D60EF0}">
      <dgm:prSet/>
      <dgm:spPr/>
      <dgm:t>
        <a:bodyPr/>
        <a:lstStyle/>
        <a:p>
          <a:endParaRPr lang="en-IN"/>
        </a:p>
      </dgm:t>
    </dgm:pt>
    <dgm:pt modelId="{8B5D6146-FF06-425B-A6C2-095AD7C0ACEB}">
      <dgm:prSet phldrT="[Text]" phldr="0"/>
      <dgm:spPr/>
      <dgm:t>
        <a:bodyPr/>
        <a:lstStyle/>
        <a:p>
          <a:r>
            <a:rPr lang="en-IN" dirty="0"/>
            <a:t>KERNEL </a:t>
          </a:r>
          <a:r>
            <a:rPr lang="en-IN" dirty="0">
              <a:sym typeface="Wingdings" panose="05000000000000000000" pitchFamily="2" charset="2"/>
            </a:rPr>
            <a:t> FEATURE MAP</a:t>
          </a:r>
          <a:endParaRPr lang="en-IN" dirty="0"/>
        </a:p>
      </dgm:t>
    </dgm:pt>
    <dgm:pt modelId="{9C7D49FC-7B53-45F0-A4E1-D487610CB93F}" type="parTrans" cxnId="{DDE935CF-25ED-407C-B98B-67A805F3767E}">
      <dgm:prSet/>
      <dgm:spPr/>
      <dgm:t>
        <a:bodyPr/>
        <a:lstStyle/>
        <a:p>
          <a:endParaRPr lang="en-IN"/>
        </a:p>
      </dgm:t>
    </dgm:pt>
    <dgm:pt modelId="{68F69B80-9CE4-495F-B77F-A26BB847E878}" type="sibTrans" cxnId="{DDE935CF-25ED-407C-B98B-67A805F3767E}">
      <dgm:prSet/>
      <dgm:spPr/>
      <dgm:t>
        <a:bodyPr/>
        <a:lstStyle/>
        <a:p>
          <a:endParaRPr lang="en-IN"/>
        </a:p>
      </dgm:t>
    </dgm:pt>
    <dgm:pt modelId="{4B7A0140-F446-4A41-8F75-38B3D1CE52EC}">
      <dgm:prSet phldrT="[Text]" phldr="0"/>
      <dgm:spPr/>
      <dgm:t>
        <a:bodyPr/>
        <a:lstStyle/>
        <a:p>
          <a:r>
            <a:rPr lang="en-IN" dirty="0"/>
            <a:t>STRIDE</a:t>
          </a:r>
        </a:p>
      </dgm:t>
    </dgm:pt>
    <dgm:pt modelId="{C3861732-E53F-4D10-8858-8E3480E85D90}" type="parTrans" cxnId="{6871F558-D5DF-43E9-A9C6-2E3A05737911}">
      <dgm:prSet/>
      <dgm:spPr/>
      <dgm:t>
        <a:bodyPr/>
        <a:lstStyle/>
        <a:p>
          <a:endParaRPr lang="en-IN"/>
        </a:p>
      </dgm:t>
    </dgm:pt>
    <dgm:pt modelId="{EC3246EB-5360-471B-A4B6-1C2F910D032C}" type="sibTrans" cxnId="{6871F558-D5DF-43E9-A9C6-2E3A05737911}">
      <dgm:prSet/>
      <dgm:spPr/>
      <dgm:t>
        <a:bodyPr/>
        <a:lstStyle/>
        <a:p>
          <a:endParaRPr lang="en-IN"/>
        </a:p>
      </dgm:t>
    </dgm:pt>
    <dgm:pt modelId="{D308CBEC-63B9-4473-99D9-81C3BF12AC9A}">
      <dgm:prSet phldrT="[Text]" phldr="0"/>
      <dgm:spPr/>
      <dgm:t>
        <a:bodyPr/>
        <a:lstStyle/>
        <a:p>
          <a:r>
            <a:rPr lang="en-IN" dirty="0"/>
            <a:t>PADDING</a:t>
          </a:r>
        </a:p>
      </dgm:t>
    </dgm:pt>
    <dgm:pt modelId="{F42F4095-0964-46A9-80A4-B575A02C7E6F}" type="parTrans" cxnId="{9D09B445-64A7-4672-B826-57E4F0618F55}">
      <dgm:prSet/>
      <dgm:spPr/>
      <dgm:t>
        <a:bodyPr/>
        <a:lstStyle/>
        <a:p>
          <a:endParaRPr lang="en-IN"/>
        </a:p>
      </dgm:t>
    </dgm:pt>
    <dgm:pt modelId="{457AA617-9526-4F25-87B7-C91B0461F5EE}" type="sibTrans" cxnId="{9D09B445-64A7-4672-B826-57E4F0618F55}">
      <dgm:prSet/>
      <dgm:spPr/>
      <dgm:t>
        <a:bodyPr/>
        <a:lstStyle/>
        <a:p>
          <a:endParaRPr lang="en-IN"/>
        </a:p>
      </dgm:t>
    </dgm:pt>
    <dgm:pt modelId="{F31C6287-5725-4601-BC69-30DB7D2D7AD1}" type="asst">
      <dgm:prSet phldrT="[Text]" phldr="0"/>
      <dgm:spPr/>
      <dgm:t>
        <a:bodyPr/>
        <a:lstStyle/>
        <a:p>
          <a:r>
            <a:rPr lang="en-IN" dirty="0"/>
            <a:t>POOLING</a:t>
          </a:r>
        </a:p>
      </dgm:t>
    </dgm:pt>
    <dgm:pt modelId="{78956E41-A822-4917-A030-4B02D6C162F8}" type="parTrans" cxnId="{ADFF42FE-AC3F-4D4B-BC15-5ED7FCCC8078}">
      <dgm:prSet/>
      <dgm:spPr/>
      <dgm:t>
        <a:bodyPr/>
        <a:lstStyle/>
        <a:p>
          <a:endParaRPr lang="en-IN"/>
        </a:p>
      </dgm:t>
    </dgm:pt>
    <dgm:pt modelId="{B5504B87-1DA4-45C1-9A76-ED0A6CBADE56}" type="sibTrans" cxnId="{ADFF42FE-AC3F-4D4B-BC15-5ED7FCCC8078}">
      <dgm:prSet/>
      <dgm:spPr/>
      <dgm:t>
        <a:bodyPr/>
        <a:lstStyle/>
        <a:p>
          <a:endParaRPr lang="en-IN"/>
        </a:p>
      </dgm:t>
    </dgm:pt>
    <dgm:pt modelId="{355A61DA-CE5F-402A-9050-A0403E3EFC26}" type="asst">
      <dgm:prSet phldrT="[Text]" phldr="0"/>
      <dgm:spPr/>
      <dgm:t>
        <a:bodyPr/>
        <a:lstStyle/>
        <a:p>
          <a:r>
            <a:rPr lang="en-IN"/>
            <a:t>MOTIVATION</a:t>
          </a:r>
          <a:endParaRPr lang="en-IN" dirty="0"/>
        </a:p>
      </dgm:t>
    </dgm:pt>
    <dgm:pt modelId="{CA43BA06-0FA8-4EB7-A1E9-EBC976DDD4F3}" type="parTrans" cxnId="{82B37258-E0D5-47C9-9762-F9EDF05D3454}">
      <dgm:prSet/>
      <dgm:spPr/>
      <dgm:t>
        <a:bodyPr/>
        <a:lstStyle/>
        <a:p>
          <a:endParaRPr lang="en-IN"/>
        </a:p>
      </dgm:t>
    </dgm:pt>
    <dgm:pt modelId="{165DEAFD-FEE2-42A3-AC92-764466939538}" type="sibTrans" cxnId="{82B37258-E0D5-47C9-9762-F9EDF05D3454}">
      <dgm:prSet/>
      <dgm:spPr/>
      <dgm:t>
        <a:bodyPr/>
        <a:lstStyle/>
        <a:p>
          <a:endParaRPr lang="en-IN"/>
        </a:p>
      </dgm:t>
    </dgm:pt>
    <dgm:pt modelId="{943324F7-6F6B-469F-B64F-2EC59373A27F}" type="asst">
      <dgm:prSet phldrT="[Text]" phldr="0"/>
      <dgm:spPr/>
      <dgm:t>
        <a:bodyPr/>
        <a:lstStyle/>
        <a:p>
          <a:r>
            <a:rPr lang="en-IN"/>
            <a:t>CONVOLUTION</a:t>
          </a:r>
          <a:endParaRPr lang="en-IN" dirty="0"/>
        </a:p>
      </dgm:t>
    </dgm:pt>
    <dgm:pt modelId="{7B54A8C6-2696-4AE0-B90F-C2D09D74CCBF}" type="parTrans" cxnId="{9679FE86-5904-4837-9D9C-D8D30009F4EE}">
      <dgm:prSet/>
      <dgm:spPr/>
      <dgm:t>
        <a:bodyPr/>
        <a:lstStyle/>
        <a:p>
          <a:endParaRPr lang="en-IN"/>
        </a:p>
      </dgm:t>
    </dgm:pt>
    <dgm:pt modelId="{8D8E0B9F-F722-4234-A032-046F7B97D40D}" type="sibTrans" cxnId="{9679FE86-5904-4837-9D9C-D8D30009F4EE}">
      <dgm:prSet/>
      <dgm:spPr/>
      <dgm:t>
        <a:bodyPr/>
        <a:lstStyle/>
        <a:p>
          <a:endParaRPr lang="en-IN"/>
        </a:p>
      </dgm:t>
    </dgm:pt>
    <dgm:pt modelId="{A1A2B314-1E0D-4470-B4C9-9A54F8B434A5}">
      <dgm:prSet phldrT="[Text]" phldr="0"/>
      <dgm:spPr/>
      <dgm:t>
        <a:bodyPr/>
        <a:lstStyle/>
        <a:p>
          <a:r>
            <a:rPr lang="en-IN" dirty="0"/>
            <a:t>DIMENSIONALITY</a:t>
          </a:r>
        </a:p>
      </dgm:t>
    </dgm:pt>
    <dgm:pt modelId="{EEE76179-3076-4E1B-8D97-0972FACBCF56}" type="parTrans" cxnId="{4EFEDD56-237D-4C59-A961-86C2C0B4CCE7}">
      <dgm:prSet/>
      <dgm:spPr/>
      <dgm:t>
        <a:bodyPr/>
        <a:lstStyle/>
        <a:p>
          <a:endParaRPr lang="en-IN"/>
        </a:p>
      </dgm:t>
    </dgm:pt>
    <dgm:pt modelId="{978CADAE-C5D5-4214-9F45-11D69E7DFCB6}" type="sibTrans" cxnId="{4EFEDD56-237D-4C59-A961-86C2C0B4CCE7}">
      <dgm:prSet/>
      <dgm:spPr/>
      <dgm:t>
        <a:bodyPr/>
        <a:lstStyle/>
        <a:p>
          <a:endParaRPr lang="en-IN"/>
        </a:p>
      </dgm:t>
    </dgm:pt>
    <dgm:pt modelId="{FD5E673C-71A2-4D6D-B359-D74FFA50EFC3}" type="pres">
      <dgm:prSet presAssocID="{19BEECBC-BA1A-4B76-B43C-2CFD4E0C8B56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44F989B-BDF3-4777-87A3-F192D114F9B3}" type="pres">
      <dgm:prSet presAssocID="{DB05CF5B-7BC7-4337-9D3F-346DE4FC6BEC}" presName="hierRoot1" presStyleCnt="0">
        <dgm:presLayoutVars>
          <dgm:hierBranch val="init"/>
        </dgm:presLayoutVars>
      </dgm:prSet>
      <dgm:spPr/>
    </dgm:pt>
    <dgm:pt modelId="{16FA9151-E693-4FBF-815A-5970281764FC}" type="pres">
      <dgm:prSet presAssocID="{DB05CF5B-7BC7-4337-9D3F-346DE4FC6BEC}" presName="rootComposite1" presStyleCnt="0"/>
      <dgm:spPr/>
    </dgm:pt>
    <dgm:pt modelId="{2CFF4C07-058E-4E10-83F3-7C5AC10F19D8}" type="pres">
      <dgm:prSet presAssocID="{DB05CF5B-7BC7-4337-9D3F-346DE4FC6BEC}" presName="rootText1" presStyleLbl="alignAcc1" presStyleIdx="0" presStyleCnt="0">
        <dgm:presLayoutVars>
          <dgm:chPref val="3"/>
        </dgm:presLayoutVars>
      </dgm:prSet>
      <dgm:spPr/>
    </dgm:pt>
    <dgm:pt modelId="{3C084E64-E879-4757-8686-D8935E42801C}" type="pres">
      <dgm:prSet presAssocID="{DB05CF5B-7BC7-4337-9D3F-346DE4FC6BEC}" presName="topArc1" presStyleLbl="parChTrans1D1" presStyleIdx="0" presStyleCnt="16"/>
      <dgm:spPr/>
    </dgm:pt>
    <dgm:pt modelId="{6CAFFB6A-923E-400E-B206-9610179C5CF3}" type="pres">
      <dgm:prSet presAssocID="{DB05CF5B-7BC7-4337-9D3F-346DE4FC6BEC}" presName="bottomArc1" presStyleLbl="parChTrans1D1" presStyleIdx="1" presStyleCnt="16"/>
      <dgm:spPr/>
    </dgm:pt>
    <dgm:pt modelId="{7358D452-B6DC-413D-B5D3-19ECC670B78F}" type="pres">
      <dgm:prSet presAssocID="{DB05CF5B-7BC7-4337-9D3F-346DE4FC6BEC}" presName="topConnNode1" presStyleLbl="node1" presStyleIdx="0" presStyleCnt="0"/>
      <dgm:spPr/>
    </dgm:pt>
    <dgm:pt modelId="{8938F8D7-4C1C-4C6D-841F-137B4A859E62}" type="pres">
      <dgm:prSet presAssocID="{DB05CF5B-7BC7-4337-9D3F-346DE4FC6BEC}" presName="hierChild2" presStyleCnt="0"/>
      <dgm:spPr/>
    </dgm:pt>
    <dgm:pt modelId="{80FC6A33-33CD-481E-991F-5260B4C0BAA6}" type="pres">
      <dgm:prSet presAssocID="{9C7D49FC-7B53-45F0-A4E1-D487610CB93F}" presName="Name28" presStyleLbl="parChTrans1D2" presStyleIdx="0" presStyleCnt="7"/>
      <dgm:spPr/>
    </dgm:pt>
    <dgm:pt modelId="{43265D23-1E96-40CC-B8E5-44EC2706ACFE}" type="pres">
      <dgm:prSet presAssocID="{8B5D6146-FF06-425B-A6C2-095AD7C0ACEB}" presName="hierRoot2" presStyleCnt="0">
        <dgm:presLayoutVars>
          <dgm:hierBranch val="init"/>
        </dgm:presLayoutVars>
      </dgm:prSet>
      <dgm:spPr/>
    </dgm:pt>
    <dgm:pt modelId="{0912A08C-0AF5-40F1-BC95-099870CC3440}" type="pres">
      <dgm:prSet presAssocID="{8B5D6146-FF06-425B-A6C2-095AD7C0ACEB}" presName="rootComposite2" presStyleCnt="0"/>
      <dgm:spPr/>
    </dgm:pt>
    <dgm:pt modelId="{34A4B341-FD38-4859-B943-1B530C3DA042}" type="pres">
      <dgm:prSet presAssocID="{8B5D6146-FF06-425B-A6C2-095AD7C0ACEB}" presName="rootText2" presStyleLbl="alignAcc1" presStyleIdx="0" presStyleCnt="0">
        <dgm:presLayoutVars>
          <dgm:chPref val="3"/>
        </dgm:presLayoutVars>
      </dgm:prSet>
      <dgm:spPr/>
    </dgm:pt>
    <dgm:pt modelId="{A6B2332B-9850-4C86-8471-EC025C0BC78B}" type="pres">
      <dgm:prSet presAssocID="{8B5D6146-FF06-425B-A6C2-095AD7C0ACEB}" presName="topArc2" presStyleLbl="parChTrans1D1" presStyleIdx="2" presStyleCnt="16"/>
      <dgm:spPr/>
    </dgm:pt>
    <dgm:pt modelId="{29869CA1-3053-4FAB-9680-33117266D623}" type="pres">
      <dgm:prSet presAssocID="{8B5D6146-FF06-425B-A6C2-095AD7C0ACEB}" presName="bottomArc2" presStyleLbl="parChTrans1D1" presStyleIdx="3" presStyleCnt="16"/>
      <dgm:spPr/>
    </dgm:pt>
    <dgm:pt modelId="{06E9D89C-382B-4E99-853F-DC8F9A8D00FE}" type="pres">
      <dgm:prSet presAssocID="{8B5D6146-FF06-425B-A6C2-095AD7C0ACEB}" presName="topConnNode2" presStyleLbl="node2" presStyleIdx="0" presStyleCnt="0"/>
      <dgm:spPr/>
    </dgm:pt>
    <dgm:pt modelId="{9E9D11A7-6F93-4DAC-8641-06525F6D7C5E}" type="pres">
      <dgm:prSet presAssocID="{8B5D6146-FF06-425B-A6C2-095AD7C0ACEB}" presName="hierChild4" presStyleCnt="0"/>
      <dgm:spPr/>
    </dgm:pt>
    <dgm:pt modelId="{74855981-EFBE-4F58-8EA1-AE5A3F50B02D}" type="pres">
      <dgm:prSet presAssocID="{8B5D6146-FF06-425B-A6C2-095AD7C0ACEB}" presName="hierChild5" presStyleCnt="0"/>
      <dgm:spPr/>
    </dgm:pt>
    <dgm:pt modelId="{6F0C1FB3-58C7-4191-B528-0186306067C0}" type="pres">
      <dgm:prSet presAssocID="{C3861732-E53F-4D10-8858-8E3480E85D90}" presName="Name28" presStyleLbl="parChTrans1D2" presStyleIdx="1" presStyleCnt="7"/>
      <dgm:spPr/>
    </dgm:pt>
    <dgm:pt modelId="{81850D23-ECCA-449F-AD12-7729FE4FF85D}" type="pres">
      <dgm:prSet presAssocID="{4B7A0140-F446-4A41-8F75-38B3D1CE52EC}" presName="hierRoot2" presStyleCnt="0">
        <dgm:presLayoutVars>
          <dgm:hierBranch val="init"/>
        </dgm:presLayoutVars>
      </dgm:prSet>
      <dgm:spPr/>
    </dgm:pt>
    <dgm:pt modelId="{058EA69D-C47A-469D-B1BA-976B358175B6}" type="pres">
      <dgm:prSet presAssocID="{4B7A0140-F446-4A41-8F75-38B3D1CE52EC}" presName="rootComposite2" presStyleCnt="0"/>
      <dgm:spPr/>
    </dgm:pt>
    <dgm:pt modelId="{53374AFE-90C3-469E-9A67-1B9AA1286F7D}" type="pres">
      <dgm:prSet presAssocID="{4B7A0140-F446-4A41-8F75-38B3D1CE52EC}" presName="rootText2" presStyleLbl="alignAcc1" presStyleIdx="0" presStyleCnt="0">
        <dgm:presLayoutVars>
          <dgm:chPref val="3"/>
        </dgm:presLayoutVars>
      </dgm:prSet>
      <dgm:spPr/>
    </dgm:pt>
    <dgm:pt modelId="{16260DA2-F1A3-4E20-9727-82D63A4B7CDC}" type="pres">
      <dgm:prSet presAssocID="{4B7A0140-F446-4A41-8F75-38B3D1CE52EC}" presName="topArc2" presStyleLbl="parChTrans1D1" presStyleIdx="4" presStyleCnt="16"/>
      <dgm:spPr/>
    </dgm:pt>
    <dgm:pt modelId="{7BDEEC33-73ED-4977-BE00-454C33536D4F}" type="pres">
      <dgm:prSet presAssocID="{4B7A0140-F446-4A41-8F75-38B3D1CE52EC}" presName="bottomArc2" presStyleLbl="parChTrans1D1" presStyleIdx="5" presStyleCnt="16"/>
      <dgm:spPr/>
    </dgm:pt>
    <dgm:pt modelId="{5493E2F7-5893-4FFC-A684-5BA183980A47}" type="pres">
      <dgm:prSet presAssocID="{4B7A0140-F446-4A41-8F75-38B3D1CE52EC}" presName="topConnNode2" presStyleLbl="node2" presStyleIdx="0" presStyleCnt="0"/>
      <dgm:spPr/>
    </dgm:pt>
    <dgm:pt modelId="{55B83DAD-B3E5-435F-8BD7-F2FE4DDAA21F}" type="pres">
      <dgm:prSet presAssocID="{4B7A0140-F446-4A41-8F75-38B3D1CE52EC}" presName="hierChild4" presStyleCnt="0"/>
      <dgm:spPr/>
    </dgm:pt>
    <dgm:pt modelId="{D1181245-F397-4A54-B8F4-070378960DC5}" type="pres">
      <dgm:prSet presAssocID="{4B7A0140-F446-4A41-8F75-38B3D1CE52EC}" presName="hierChild5" presStyleCnt="0"/>
      <dgm:spPr/>
    </dgm:pt>
    <dgm:pt modelId="{F143F758-D2A8-4963-900F-BABCD06AA784}" type="pres">
      <dgm:prSet presAssocID="{F42F4095-0964-46A9-80A4-B575A02C7E6F}" presName="Name28" presStyleLbl="parChTrans1D2" presStyleIdx="2" presStyleCnt="7"/>
      <dgm:spPr/>
    </dgm:pt>
    <dgm:pt modelId="{4ADF09AC-F9FC-4BB2-B46B-7FBE8962534F}" type="pres">
      <dgm:prSet presAssocID="{D308CBEC-63B9-4473-99D9-81C3BF12AC9A}" presName="hierRoot2" presStyleCnt="0">
        <dgm:presLayoutVars>
          <dgm:hierBranch val="init"/>
        </dgm:presLayoutVars>
      </dgm:prSet>
      <dgm:spPr/>
    </dgm:pt>
    <dgm:pt modelId="{948893D4-B9FE-44FC-A062-D6010D52AFD7}" type="pres">
      <dgm:prSet presAssocID="{D308CBEC-63B9-4473-99D9-81C3BF12AC9A}" presName="rootComposite2" presStyleCnt="0"/>
      <dgm:spPr/>
    </dgm:pt>
    <dgm:pt modelId="{6C133AE5-82CB-49F9-A3D0-8117E9AA95BE}" type="pres">
      <dgm:prSet presAssocID="{D308CBEC-63B9-4473-99D9-81C3BF12AC9A}" presName="rootText2" presStyleLbl="alignAcc1" presStyleIdx="0" presStyleCnt="0">
        <dgm:presLayoutVars>
          <dgm:chPref val="3"/>
        </dgm:presLayoutVars>
      </dgm:prSet>
      <dgm:spPr/>
    </dgm:pt>
    <dgm:pt modelId="{44BB41F8-1429-4244-9303-EB8DE4403299}" type="pres">
      <dgm:prSet presAssocID="{D308CBEC-63B9-4473-99D9-81C3BF12AC9A}" presName="topArc2" presStyleLbl="parChTrans1D1" presStyleIdx="6" presStyleCnt="16"/>
      <dgm:spPr/>
    </dgm:pt>
    <dgm:pt modelId="{B9330168-67D0-418F-B71E-A21233477A36}" type="pres">
      <dgm:prSet presAssocID="{D308CBEC-63B9-4473-99D9-81C3BF12AC9A}" presName="bottomArc2" presStyleLbl="parChTrans1D1" presStyleIdx="7" presStyleCnt="16"/>
      <dgm:spPr/>
    </dgm:pt>
    <dgm:pt modelId="{121B0D87-09D9-466E-81B5-8E042FC56D75}" type="pres">
      <dgm:prSet presAssocID="{D308CBEC-63B9-4473-99D9-81C3BF12AC9A}" presName="topConnNode2" presStyleLbl="node2" presStyleIdx="0" presStyleCnt="0"/>
      <dgm:spPr/>
    </dgm:pt>
    <dgm:pt modelId="{6FBFCAE0-3E62-4BC3-A719-812B78B43481}" type="pres">
      <dgm:prSet presAssocID="{D308CBEC-63B9-4473-99D9-81C3BF12AC9A}" presName="hierChild4" presStyleCnt="0"/>
      <dgm:spPr/>
    </dgm:pt>
    <dgm:pt modelId="{5BBB95E9-A1B9-45C8-86F5-DF82E04FB96A}" type="pres">
      <dgm:prSet presAssocID="{D308CBEC-63B9-4473-99D9-81C3BF12AC9A}" presName="hierChild5" presStyleCnt="0"/>
      <dgm:spPr/>
    </dgm:pt>
    <dgm:pt modelId="{BFE19225-6B65-4CA6-9B0B-0B51F92F4ABF}" type="pres">
      <dgm:prSet presAssocID="{EEE76179-3076-4E1B-8D97-0972FACBCF56}" presName="Name28" presStyleLbl="parChTrans1D2" presStyleIdx="3" presStyleCnt="7"/>
      <dgm:spPr/>
    </dgm:pt>
    <dgm:pt modelId="{94EEC649-F0B7-4184-A3FB-916C5997EFB5}" type="pres">
      <dgm:prSet presAssocID="{A1A2B314-1E0D-4470-B4C9-9A54F8B434A5}" presName="hierRoot2" presStyleCnt="0">
        <dgm:presLayoutVars>
          <dgm:hierBranch val="init"/>
        </dgm:presLayoutVars>
      </dgm:prSet>
      <dgm:spPr/>
    </dgm:pt>
    <dgm:pt modelId="{5EFEEACF-7DED-4776-A83F-ED9EB9B61F29}" type="pres">
      <dgm:prSet presAssocID="{A1A2B314-1E0D-4470-B4C9-9A54F8B434A5}" presName="rootComposite2" presStyleCnt="0"/>
      <dgm:spPr/>
    </dgm:pt>
    <dgm:pt modelId="{61A3D335-6AF4-47DB-A99E-3056CE6E0AAB}" type="pres">
      <dgm:prSet presAssocID="{A1A2B314-1E0D-4470-B4C9-9A54F8B434A5}" presName="rootText2" presStyleLbl="alignAcc1" presStyleIdx="0" presStyleCnt="0">
        <dgm:presLayoutVars>
          <dgm:chPref val="3"/>
        </dgm:presLayoutVars>
      </dgm:prSet>
      <dgm:spPr/>
    </dgm:pt>
    <dgm:pt modelId="{ADCB8302-8172-4F5F-8B8A-3F3F578B4E26}" type="pres">
      <dgm:prSet presAssocID="{A1A2B314-1E0D-4470-B4C9-9A54F8B434A5}" presName="topArc2" presStyleLbl="parChTrans1D1" presStyleIdx="8" presStyleCnt="16"/>
      <dgm:spPr/>
    </dgm:pt>
    <dgm:pt modelId="{CBCA4FF4-3787-4E7B-A311-C0530BBE4B18}" type="pres">
      <dgm:prSet presAssocID="{A1A2B314-1E0D-4470-B4C9-9A54F8B434A5}" presName="bottomArc2" presStyleLbl="parChTrans1D1" presStyleIdx="9" presStyleCnt="16"/>
      <dgm:spPr/>
    </dgm:pt>
    <dgm:pt modelId="{0673136F-BC0C-491A-BEC1-9BC7D42BF8C6}" type="pres">
      <dgm:prSet presAssocID="{A1A2B314-1E0D-4470-B4C9-9A54F8B434A5}" presName="topConnNode2" presStyleLbl="node2" presStyleIdx="0" presStyleCnt="0"/>
      <dgm:spPr/>
    </dgm:pt>
    <dgm:pt modelId="{C1DE7C42-DC99-47D0-A37B-B4B213619D8F}" type="pres">
      <dgm:prSet presAssocID="{A1A2B314-1E0D-4470-B4C9-9A54F8B434A5}" presName="hierChild4" presStyleCnt="0"/>
      <dgm:spPr/>
    </dgm:pt>
    <dgm:pt modelId="{029CD6C8-9202-47F5-B766-9F07FB015765}" type="pres">
      <dgm:prSet presAssocID="{A1A2B314-1E0D-4470-B4C9-9A54F8B434A5}" presName="hierChild5" presStyleCnt="0"/>
      <dgm:spPr/>
    </dgm:pt>
    <dgm:pt modelId="{7BDEFCCE-B59B-4F41-B98D-8A1F2BB35AB5}" type="pres">
      <dgm:prSet presAssocID="{DB05CF5B-7BC7-4337-9D3F-346DE4FC6BEC}" presName="hierChild3" presStyleCnt="0"/>
      <dgm:spPr/>
    </dgm:pt>
    <dgm:pt modelId="{FE4DA2FA-DAE4-4B18-8985-3BFC301A7299}" type="pres">
      <dgm:prSet presAssocID="{78956E41-A822-4917-A030-4B02D6C162F8}" presName="Name101" presStyleLbl="parChTrans1D2" presStyleIdx="4" presStyleCnt="7"/>
      <dgm:spPr/>
    </dgm:pt>
    <dgm:pt modelId="{A9446D4C-3C2B-4B5D-8E57-5A93FF15E3D0}" type="pres">
      <dgm:prSet presAssocID="{F31C6287-5725-4601-BC69-30DB7D2D7AD1}" presName="hierRoot3" presStyleCnt="0">
        <dgm:presLayoutVars>
          <dgm:hierBranch val="init"/>
        </dgm:presLayoutVars>
      </dgm:prSet>
      <dgm:spPr/>
    </dgm:pt>
    <dgm:pt modelId="{16A8355B-7FC1-4F9C-B3F4-341E388C4E79}" type="pres">
      <dgm:prSet presAssocID="{F31C6287-5725-4601-BC69-30DB7D2D7AD1}" presName="rootComposite3" presStyleCnt="0"/>
      <dgm:spPr/>
    </dgm:pt>
    <dgm:pt modelId="{8FD5B753-85DC-45B5-95F3-CD995C5032CA}" type="pres">
      <dgm:prSet presAssocID="{F31C6287-5725-4601-BC69-30DB7D2D7AD1}" presName="rootText3" presStyleLbl="alignAcc1" presStyleIdx="0" presStyleCnt="0">
        <dgm:presLayoutVars>
          <dgm:chPref val="3"/>
        </dgm:presLayoutVars>
      </dgm:prSet>
      <dgm:spPr/>
    </dgm:pt>
    <dgm:pt modelId="{FA332565-96CA-492F-9CC5-DD7BB052889D}" type="pres">
      <dgm:prSet presAssocID="{F31C6287-5725-4601-BC69-30DB7D2D7AD1}" presName="topArc3" presStyleLbl="parChTrans1D1" presStyleIdx="10" presStyleCnt="16"/>
      <dgm:spPr/>
    </dgm:pt>
    <dgm:pt modelId="{A81C1155-CC7B-492B-9B73-A4CF50B3208C}" type="pres">
      <dgm:prSet presAssocID="{F31C6287-5725-4601-BC69-30DB7D2D7AD1}" presName="bottomArc3" presStyleLbl="parChTrans1D1" presStyleIdx="11" presStyleCnt="16"/>
      <dgm:spPr/>
    </dgm:pt>
    <dgm:pt modelId="{62003B1E-52CA-4D74-AA26-FF696410E6D9}" type="pres">
      <dgm:prSet presAssocID="{F31C6287-5725-4601-BC69-30DB7D2D7AD1}" presName="topConnNode3" presStyleLbl="asst1" presStyleIdx="0" presStyleCnt="0"/>
      <dgm:spPr/>
    </dgm:pt>
    <dgm:pt modelId="{240D4FC3-77CB-4B73-A72C-729E5DDAC411}" type="pres">
      <dgm:prSet presAssocID="{F31C6287-5725-4601-BC69-30DB7D2D7AD1}" presName="hierChild6" presStyleCnt="0"/>
      <dgm:spPr/>
    </dgm:pt>
    <dgm:pt modelId="{7C56194A-191F-4258-8630-EB62A7742460}" type="pres">
      <dgm:prSet presAssocID="{F31C6287-5725-4601-BC69-30DB7D2D7AD1}" presName="hierChild7" presStyleCnt="0"/>
      <dgm:spPr/>
    </dgm:pt>
    <dgm:pt modelId="{C29FF64A-2DBA-4405-B114-265040D5FE4B}" type="pres">
      <dgm:prSet presAssocID="{7B54A8C6-2696-4AE0-B90F-C2D09D74CCBF}" presName="Name101" presStyleLbl="parChTrans1D2" presStyleIdx="5" presStyleCnt="7"/>
      <dgm:spPr/>
    </dgm:pt>
    <dgm:pt modelId="{8360C3EB-2455-489A-9AA9-FA05385DB19D}" type="pres">
      <dgm:prSet presAssocID="{943324F7-6F6B-469F-B64F-2EC59373A27F}" presName="hierRoot3" presStyleCnt="0">
        <dgm:presLayoutVars>
          <dgm:hierBranch val="init"/>
        </dgm:presLayoutVars>
      </dgm:prSet>
      <dgm:spPr/>
    </dgm:pt>
    <dgm:pt modelId="{433BB5B2-DA8F-48A4-8C08-B0FA11A4EB10}" type="pres">
      <dgm:prSet presAssocID="{943324F7-6F6B-469F-B64F-2EC59373A27F}" presName="rootComposite3" presStyleCnt="0"/>
      <dgm:spPr/>
    </dgm:pt>
    <dgm:pt modelId="{BC93640D-BD19-4CBB-9339-4E5862C91EEA}" type="pres">
      <dgm:prSet presAssocID="{943324F7-6F6B-469F-B64F-2EC59373A27F}" presName="rootText3" presStyleLbl="alignAcc1" presStyleIdx="0" presStyleCnt="0">
        <dgm:presLayoutVars>
          <dgm:chPref val="3"/>
        </dgm:presLayoutVars>
      </dgm:prSet>
      <dgm:spPr/>
    </dgm:pt>
    <dgm:pt modelId="{66644E85-E530-40D9-941D-86443BCA6960}" type="pres">
      <dgm:prSet presAssocID="{943324F7-6F6B-469F-B64F-2EC59373A27F}" presName="topArc3" presStyleLbl="parChTrans1D1" presStyleIdx="12" presStyleCnt="16"/>
      <dgm:spPr/>
    </dgm:pt>
    <dgm:pt modelId="{008398F5-D661-444A-8982-E2F1BF1429DB}" type="pres">
      <dgm:prSet presAssocID="{943324F7-6F6B-469F-B64F-2EC59373A27F}" presName="bottomArc3" presStyleLbl="parChTrans1D1" presStyleIdx="13" presStyleCnt="16"/>
      <dgm:spPr/>
    </dgm:pt>
    <dgm:pt modelId="{ED057B82-C979-475E-AAFF-512DF90B6CEC}" type="pres">
      <dgm:prSet presAssocID="{943324F7-6F6B-469F-B64F-2EC59373A27F}" presName="topConnNode3" presStyleLbl="asst1" presStyleIdx="0" presStyleCnt="0"/>
      <dgm:spPr/>
    </dgm:pt>
    <dgm:pt modelId="{84593648-2AB8-4BD1-928B-901F329BDC11}" type="pres">
      <dgm:prSet presAssocID="{943324F7-6F6B-469F-B64F-2EC59373A27F}" presName="hierChild6" presStyleCnt="0"/>
      <dgm:spPr/>
    </dgm:pt>
    <dgm:pt modelId="{5249C72A-42B1-41EF-B25E-99905A6CA38D}" type="pres">
      <dgm:prSet presAssocID="{943324F7-6F6B-469F-B64F-2EC59373A27F}" presName="hierChild7" presStyleCnt="0"/>
      <dgm:spPr/>
    </dgm:pt>
    <dgm:pt modelId="{EA2CCA04-A5D6-4424-8D55-022453124276}" type="pres">
      <dgm:prSet presAssocID="{CA43BA06-0FA8-4EB7-A1E9-EBC976DDD4F3}" presName="Name101" presStyleLbl="parChTrans1D2" presStyleIdx="6" presStyleCnt="7"/>
      <dgm:spPr/>
    </dgm:pt>
    <dgm:pt modelId="{60DE41DA-CBF7-4B5C-83D9-B705296F1C7D}" type="pres">
      <dgm:prSet presAssocID="{355A61DA-CE5F-402A-9050-A0403E3EFC26}" presName="hierRoot3" presStyleCnt="0">
        <dgm:presLayoutVars>
          <dgm:hierBranch val="init"/>
        </dgm:presLayoutVars>
      </dgm:prSet>
      <dgm:spPr/>
    </dgm:pt>
    <dgm:pt modelId="{BB684C67-6A23-4453-AAF7-A1146A87D663}" type="pres">
      <dgm:prSet presAssocID="{355A61DA-CE5F-402A-9050-A0403E3EFC26}" presName="rootComposite3" presStyleCnt="0"/>
      <dgm:spPr/>
    </dgm:pt>
    <dgm:pt modelId="{E7EE3F08-44F7-48A9-AC4C-CB8EEC54A3BF}" type="pres">
      <dgm:prSet presAssocID="{355A61DA-CE5F-402A-9050-A0403E3EFC26}" presName="rootText3" presStyleLbl="alignAcc1" presStyleIdx="0" presStyleCnt="0">
        <dgm:presLayoutVars>
          <dgm:chPref val="3"/>
        </dgm:presLayoutVars>
      </dgm:prSet>
      <dgm:spPr/>
    </dgm:pt>
    <dgm:pt modelId="{D86AF3A9-EF0C-4929-9950-4EC06FC59918}" type="pres">
      <dgm:prSet presAssocID="{355A61DA-CE5F-402A-9050-A0403E3EFC26}" presName="topArc3" presStyleLbl="parChTrans1D1" presStyleIdx="14" presStyleCnt="16"/>
      <dgm:spPr/>
    </dgm:pt>
    <dgm:pt modelId="{346BA444-500F-479D-9954-E442876DFA51}" type="pres">
      <dgm:prSet presAssocID="{355A61DA-CE5F-402A-9050-A0403E3EFC26}" presName="bottomArc3" presStyleLbl="parChTrans1D1" presStyleIdx="15" presStyleCnt="16"/>
      <dgm:spPr/>
    </dgm:pt>
    <dgm:pt modelId="{8A75EC09-4C40-4DB5-9EFA-669CF58AC2A3}" type="pres">
      <dgm:prSet presAssocID="{355A61DA-CE5F-402A-9050-A0403E3EFC26}" presName="topConnNode3" presStyleLbl="asst1" presStyleIdx="0" presStyleCnt="0"/>
      <dgm:spPr/>
    </dgm:pt>
    <dgm:pt modelId="{00526CAB-E819-46C3-8FE0-F2075A76C2C9}" type="pres">
      <dgm:prSet presAssocID="{355A61DA-CE5F-402A-9050-A0403E3EFC26}" presName="hierChild6" presStyleCnt="0"/>
      <dgm:spPr/>
    </dgm:pt>
    <dgm:pt modelId="{7B77DB8D-B102-4585-8975-6ED1AED0D058}" type="pres">
      <dgm:prSet presAssocID="{355A61DA-CE5F-402A-9050-A0403E3EFC26}" presName="hierChild7" presStyleCnt="0"/>
      <dgm:spPr/>
    </dgm:pt>
  </dgm:ptLst>
  <dgm:cxnLst>
    <dgm:cxn modelId="{392BC319-1BD0-4440-8459-2F7B7C94CAB6}" type="presOf" srcId="{4B7A0140-F446-4A41-8F75-38B3D1CE52EC}" destId="{5493E2F7-5893-4FFC-A684-5BA183980A47}" srcOrd="1" destOrd="0" presId="urn:microsoft.com/office/officeart/2008/layout/HalfCircleOrganizationChart"/>
    <dgm:cxn modelId="{DD30EC1E-8A4A-45AE-BB7B-25C0B08362CB}" type="presOf" srcId="{D308CBEC-63B9-4473-99D9-81C3BF12AC9A}" destId="{6C133AE5-82CB-49F9-A3D0-8117E9AA95BE}" srcOrd="0" destOrd="0" presId="urn:microsoft.com/office/officeart/2008/layout/HalfCircleOrganizationChart"/>
    <dgm:cxn modelId="{ADBBAE24-73C9-4227-92B5-CE4272D60EF0}" srcId="{19BEECBC-BA1A-4B76-B43C-2CFD4E0C8B56}" destId="{DB05CF5B-7BC7-4337-9D3F-346DE4FC6BEC}" srcOrd="0" destOrd="0" parTransId="{1CA5C2E9-2EF7-41DF-897E-EA1C83C785E4}" sibTransId="{E0F3E94D-844A-4F9E-9FFE-9DD43022DCE6}"/>
    <dgm:cxn modelId="{9C86A62D-2E49-42C5-BCCC-6A8FE55E1EE9}" type="presOf" srcId="{943324F7-6F6B-469F-B64F-2EC59373A27F}" destId="{ED057B82-C979-475E-AAFF-512DF90B6CEC}" srcOrd="1" destOrd="0" presId="urn:microsoft.com/office/officeart/2008/layout/HalfCircleOrganizationChart"/>
    <dgm:cxn modelId="{F4CD1133-3931-4960-807A-45980C1A232B}" type="presOf" srcId="{F42F4095-0964-46A9-80A4-B575A02C7E6F}" destId="{F143F758-D2A8-4963-900F-BABCD06AA784}" srcOrd="0" destOrd="0" presId="urn:microsoft.com/office/officeart/2008/layout/HalfCircleOrganizationChart"/>
    <dgm:cxn modelId="{DF9A255D-AE46-4C1D-B011-D3ACFBA39A01}" type="presOf" srcId="{DB05CF5B-7BC7-4337-9D3F-346DE4FC6BEC}" destId="{2CFF4C07-058E-4E10-83F3-7C5AC10F19D8}" srcOrd="0" destOrd="0" presId="urn:microsoft.com/office/officeart/2008/layout/HalfCircleOrganizationChart"/>
    <dgm:cxn modelId="{CA4E8664-5799-496B-BAD7-E686885236F9}" type="presOf" srcId="{943324F7-6F6B-469F-B64F-2EC59373A27F}" destId="{BC93640D-BD19-4CBB-9339-4E5862C91EEA}" srcOrd="0" destOrd="0" presId="urn:microsoft.com/office/officeart/2008/layout/HalfCircleOrganizationChart"/>
    <dgm:cxn modelId="{9D09B445-64A7-4672-B826-57E4F0618F55}" srcId="{DB05CF5B-7BC7-4337-9D3F-346DE4FC6BEC}" destId="{D308CBEC-63B9-4473-99D9-81C3BF12AC9A}" srcOrd="5" destOrd="0" parTransId="{F42F4095-0964-46A9-80A4-B575A02C7E6F}" sibTransId="{457AA617-9526-4F25-87B7-C91B0461F5EE}"/>
    <dgm:cxn modelId="{9B001B66-3136-475C-98DF-0336E85F8EED}" type="presOf" srcId="{CA43BA06-0FA8-4EB7-A1E9-EBC976DDD4F3}" destId="{EA2CCA04-A5D6-4424-8D55-022453124276}" srcOrd="0" destOrd="0" presId="urn:microsoft.com/office/officeart/2008/layout/HalfCircleOrganizationChart"/>
    <dgm:cxn modelId="{859EAB67-5944-48E5-913A-3AB771AA776C}" type="presOf" srcId="{8B5D6146-FF06-425B-A6C2-095AD7C0ACEB}" destId="{06E9D89C-382B-4E99-853F-DC8F9A8D00FE}" srcOrd="1" destOrd="0" presId="urn:microsoft.com/office/officeart/2008/layout/HalfCircleOrganizationChart"/>
    <dgm:cxn modelId="{27705B4D-D343-4C7C-AF04-3A6AC443CB72}" type="presOf" srcId="{A1A2B314-1E0D-4470-B4C9-9A54F8B434A5}" destId="{61A3D335-6AF4-47DB-A99E-3056CE6E0AAB}" srcOrd="0" destOrd="0" presId="urn:microsoft.com/office/officeart/2008/layout/HalfCircleOrganizationChart"/>
    <dgm:cxn modelId="{72FF9871-7E47-4531-9E84-F2674BB100EE}" type="presOf" srcId="{8B5D6146-FF06-425B-A6C2-095AD7C0ACEB}" destId="{34A4B341-FD38-4859-B943-1B530C3DA042}" srcOrd="0" destOrd="0" presId="urn:microsoft.com/office/officeart/2008/layout/HalfCircleOrganizationChart"/>
    <dgm:cxn modelId="{4EFEDD56-237D-4C59-A961-86C2C0B4CCE7}" srcId="{DB05CF5B-7BC7-4337-9D3F-346DE4FC6BEC}" destId="{A1A2B314-1E0D-4470-B4C9-9A54F8B434A5}" srcOrd="6" destOrd="0" parTransId="{EEE76179-3076-4E1B-8D97-0972FACBCF56}" sibTransId="{978CADAE-C5D5-4214-9F45-11D69E7DFCB6}"/>
    <dgm:cxn modelId="{82B37258-E0D5-47C9-9762-F9EDF05D3454}" srcId="{DB05CF5B-7BC7-4337-9D3F-346DE4FC6BEC}" destId="{355A61DA-CE5F-402A-9050-A0403E3EFC26}" srcOrd="2" destOrd="0" parTransId="{CA43BA06-0FA8-4EB7-A1E9-EBC976DDD4F3}" sibTransId="{165DEAFD-FEE2-42A3-AC92-764466939538}"/>
    <dgm:cxn modelId="{6871F558-D5DF-43E9-A9C6-2E3A05737911}" srcId="{DB05CF5B-7BC7-4337-9D3F-346DE4FC6BEC}" destId="{4B7A0140-F446-4A41-8F75-38B3D1CE52EC}" srcOrd="4" destOrd="0" parTransId="{C3861732-E53F-4D10-8858-8E3480E85D90}" sibTransId="{EC3246EB-5360-471B-A4B6-1C2F910D032C}"/>
    <dgm:cxn modelId="{A4A7DC7B-ACCD-41FE-9167-2898D16725CB}" type="presOf" srcId="{DB05CF5B-7BC7-4337-9D3F-346DE4FC6BEC}" destId="{7358D452-B6DC-413D-B5D3-19ECC670B78F}" srcOrd="1" destOrd="0" presId="urn:microsoft.com/office/officeart/2008/layout/HalfCircleOrganizationChart"/>
    <dgm:cxn modelId="{9679FE86-5904-4837-9D9C-D8D30009F4EE}" srcId="{DB05CF5B-7BC7-4337-9D3F-346DE4FC6BEC}" destId="{943324F7-6F6B-469F-B64F-2EC59373A27F}" srcOrd="1" destOrd="0" parTransId="{7B54A8C6-2696-4AE0-B90F-C2D09D74CCBF}" sibTransId="{8D8E0B9F-F722-4234-A032-046F7B97D40D}"/>
    <dgm:cxn modelId="{72900195-5CBF-432A-A326-233C7370F7F9}" type="presOf" srcId="{A1A2B314-1E0D-4470-B4C9-9A54F8B434A5}" destId="{0673136F-BC0C-491A-BEC1-9BC7D42BF8C6}" srcOrd="1" destOrd="0" presId="urn:microsoft.com/office/officeart/2008/layout/HalfCircleOrganizationChart"/>
    <dgm:cxn modelId="{6FEA25A0-A50A-43F9-A198-7F6107635CB4}" type="presOf" srcId="{F31C6287-5725-4601-BC69-30DB7D2D7AD1}" destId="{8FD5B753-85DC-45B5-95F3-CD995C5032CA}" srcOrd="0" destOrd="0" presId="urn:microsoft.com/office/officeart/2008/layout/HalfCircleOrganizationChart"/>
    <dgm:cxn modelId="{6941A1A2-5C6A-4B1D-8430-DA5E6D2885AF}" type="presOf" srcId="{EEE76179-3076-4E1B-8D97-0972FACBCF56}" destId="{BFE19225-6B65-4CA6-9B0B-0B51F92F4ABF}" srcOrd="0" destOrd="0" presId="urn:microsoft.com/office/officeart/2008/layout/HalfCircleOrganizationChart"/>
    <dgm:cxn modelId="{1F72A4AA-7DC8-4480-BF90-B157DB9AD58F}" type="presOf" srcId="{D308CBEC-63B9-4473-99D9-81C3BF12AC9A}" destId="{121B0D87-09D9-466E-81B5-8E042FC56D75}" srcOrd="1" destOrd="0" presId="urn:microsoft.com/office/officeart/2008/layout/HalfCircleOrganizationChart"/>
    <dgm:cxn modelId="{E948A2AB-5739-490E-BF00-BBE5DCA7F5C3}" type="presOf" srcId="{4B7A0140-F446-4A41-8F75-38B3D1CE52EC}" destId="{53374AFE-90C3-469E-9A67-1B9AA1286F7D}" srcOrd="0" destOrd="0" presId="urn:microsoft.com/office/officeart/2008/layout/HalfCircleOrganizationChart"/>
    <dgm:cxn modelId="{3C9EA0C3-5443-4539-8050-9CA950163C2E}" type="presOf" srcId="{19BEECBC-BA1A-4B76-B43C-2CFD4E0C8B56}" destId="{FD5E673C-71A2-4D6D-B359-D74FFA50EFC3}" srcOrd="0" destOrd="0" presId="urn:microsoft.com/office/officeart/2008/layout/HalfCircleOrganizationChart"/>
    <dgm:cxn modelId="{6709ECC6-39DD-4BAB-9878-80A8122B838F}" type="presOf" srcId="{C3861732-E53F-4D10-8858-8E3480E85D90}" destId="{6F0C1FB3-58C7-4191-B528-0186306067C0}" srcOrd="0" destOrd="0" presId="urn:microsoft.com/office/officeart/2008/layout/HalfCircleOrganizationChart"/>
    <dgm:cxn modelId="{342FB1CE-A422-4255-84C2-7F49E495BD30}" type="presOf" srcId="{9C7D49FC-7B53-45F0-A4E1-D487610CB93F}" destId="{80FC6A33-33CD-481E-991F-5260B4C0BAA6}" srcOrd="0" destOrd="0" presId="urn:microsoft.com/office/officeart/2008/layout/HalfCircleOrganizationChart"/>
    <dgm:cxn modelId="{DDE935CF-25ED-407C-B98B-67A805F3767E}" srcId="{DB05CF5B-7BC7-4337-9D3F-346DE4FC6BEC}" destId="{8B5D6146-FF06-425B-A6C2-095AD7C0ACEB}" srcOrd="3" destOrd="0" parTransId="{9C7D49FC-7B53-45F0-A4E1-D487610CB93F}" sibTransId="{68F69B80-9CE4-495F-B77F-A26BB847E878}"/>
    <dgm:cxn modelId="{F48195D4-DB42-406C-A9E8-0579FE3FED0C}" type="presOf" srcId="{355A61DA-CE5F-402A-9050-A0403E3EFC26}" destId="{8A75EC09-4C40-4DB5-9EFA-669CF58AC2A3}" srcOrd="1" destOrd="0" presId="urn:microsoft.com/office/officeart/2008/layout/HalfCircleOrganizationChart"/>
    <dgm:cxn modelId="{C04EC1DF-2386-4498-B6AC-4E4918473014}" type="presOf" srcId="{355A61DA-CE5F-402A-9050-A0403E3EFC26}" destId="{E7EE3F08-44F7-48A9-AC4C-CB8EEC54A3BF}" srcOrd="0" destOrd="0" presId="urn:microsoft.com/office/officeart/2008/layout/HalfCircleOrganizationChart"/>
    <dgm:cxn modelId="{D44A8CE7-C3CD-4E71-B567-2C8C25824650}" type="presOf" srcId="{F31C6287-5725-4601-BC69-30DB7D2D7AD1}" destId="{62003B1E-52CA-4D74-AA26-FF696410E6D9}" srcOrd="1" destOrd="0" presId="urn:microsoft.com/office/officeart/2008/layout/HalfCircleOrganizationChart"/>
    <dgm:cxn modelId="{E8E7CDF4-F94D-4D2B-A218-27393DB23E18}" type="presOf" srcId="{7B54A8C6-2696-4AE0-B90F-C2D09D74CCBF}" destId="{C29FF64A-2DBA-4405-B114-265040D5FE4B}" srcOrd="0" destOrd="0" presId="urn:microsoft.com/office/officeart/2008/layout/HalfCircleOrganizationChart"/>
    <dgm:cxn modelId="{F279BAF5-2A0D-449F-932A-2AE5B7DFAB47}" type="presOf" srcId="{78956E41-A822-4917-A030-4B02D6C162F8}" destId="{FE4DA2FA-DAE4-4B18-8985-3BFC301A7299}" srcOrd="0" destOrd="0" presId="urn:microsoft.com/office/officeart/2008/layout/HalfCircleOrganizationChart"/>
    <dgm:cxn modelId="{ADFF42FE-AC3F-4D4B-BC15-5ED7FCCC8078}" srcId="{DB05CF5B-7BC7-4337-9D3F-346DE4FC6BEC}" destId="{F31C6287-5725-4601-BC69-30DB7D2D7AD1}" srcOrd="0" destOrd="0" parTransId="{78956E41-A822-4917-A030-4B02D6C162F8}" sibTransId="{B5504B87-1DA4-45C1-9A76-ED0A6CBADE56}"/>
    <dgm:cxn modelId="{9683EFB6-26FE-4430-9AB3-F0496D77536D}" type="presParOf" srcId="{FD5E673C-71A2-4D6D-B359-D74FFA50EFC3}" destId="{944F989B-BDF3-4777-87A3-F192D114F9B3}" srcOrd="0" destOrd="0" presId="urn:microsoft.com/office/officeart/2008/layout/HalfCircleOrganizationChart"/>
    <dgm:cxn modelId="{C37F6555-334D-4270-A3C6-58DEEF77D3E8}" type="presParOf" srcId="{944F989B-BDF3-4777-87A3-F192D114F9B3}" destId="{16FA9151-E693-4FBF-815A-5970281764FC}" srcOrd="0" destOrd="0" presId="urn:microsoft.com/office/officeart/2008/layout/HalfCircleOrganizationChart"/>
    <dgm:cxn modelId="{0514C5CA-86E6-494F-BDE0-95D01AB8CCF0}" type="presParOf" srcId="{16FA9151-E693-4FBF-815A-5970281764FC}" destId="{2CFF4C07-058E-4E10-83F3-7C5AC10F19D8}" srcOrd="0" destOrd="0" presId="urn:microsoft.com/office/officeart/2008/layout/HalfCircleOrganizationChart"/>
    <dgm:cxn modelId="{921A3103-8687-4FE1-AC46-7955C7733F40}" type="presParOf" srcId="{16FA9151-E693-4FBF-815A-5970281764FC}" destId="{3C084E64-E879-4757-8686-D8935E42801C}" srcOrd="1" destOrd="0" presId="urn:microsoft.com/office/officeart/2008/layout/HalfCircleOrganizationChart"/>
    <dgm:cxn modelId="{6C1584E6-D8D3-45A8-9ACF-E9FA9D4E41D6}" type="presParOf" srcId="{16FA9151-E693-4FBF-815A-5970281764FC}" destId="{6CAFFB6A-923E-400E-B206-9610179C5CF3}" srcOrd="2" destOrd="0" presId="urn:microsoft.com/office/officeart/2008/layout/HalfCircleOrganizationChart"/>
    <dgm:cxn modelId="{249A6ABD-94B8-4BC7-9A6F-770EB11E1B19}" type="presParOf" srcId="{16FA9151-E693-4FBF-815A-5970281764FC}" destId="{7358D452-B6DC-413D-B5D3-19ECC670B78F}" srcOrd="3" destOrd="0" presId="urn:microsoft.com/office/officeart/2008/layout/HalfCircleOrganizationChart"/>
    <dgm:cxn modelId="{8D862D4A-558A-40F8-8AA3-0A8B8A8A1002}" type="presParOf" srcId="{944F989B-BDF3-4777-87A3-F192D114F9B3}" destId="{8938F8D7-4C1C-4C6D-841F-137B4A859E62}" srcOrd="1" destOrd="0" presId="urn:microsoft.com/office/officeart/2008/layout/HalfCircleOrganizationChart"/>
    <dgm:cxn modelId="{BB0E9A60-1A2E-440E-846D-FF9B60A5279F}" type="presParOf" srcId="{8938F8D7-4C1C-4C6D-841F-137B4A859E62}" destId="{80FC6A33-33CD-481E-991F-5260B4C0BAA6}" srcOrd="0" destOrd="0" presId="urn:microsoft.com/office/officeart/2008/layout/HalfCircleOrganizationChart"/>
    <dgm:cxn modelId="{9CD253A6-8BF9-43C9-A7C5-348B82ACBF0B}" type="presParOf" srcId="{8938F8D7-4C1C-4C6D-841F-137B4A859E62}" destId="{43265D23-1E96-40CC-B8E5-44EC2706ACFE}" srcOrd="1" destOrd="0" presId="urn:microsoft.com/office/officeart/2008/layout/HalfCircleOrganizationChart"/>
    <dgm:cxn modelId="{DB8E48A4-15BE-469A-BCB3-49119211B6AF}" type="presParOf" srcId="{43265D23-1E96-40CC-B8E5-44EC2706ACFE}" destId="{0912A08C-0AF5-40F1-BC95-099870CC3440}" srcOrd="0" destOrd="0" presId="urn:microsoft.com/office/officeart/2008/layout/HalfCircleOrganizationChart"/>
    <dgm:cxn modelId="{E7362DFC-DBD4-49C5-A6F8-37C69C0FE62F}" type="presParOf" srcId="{0912A08C-0AF5-40F1-BC95-099870CC3440}" destId="{34A4B341-FD38-4859-B943-1B530C3DA042}" srcOrd="0" destOrd="0" presId="urn:microsoft.com/office/officeart/2008/layout/HalfCircleOrganizationChart"/>
    <dgm:cxn modelId="{048ABBFE-5C58-4CA6-9721-DD5A1D7F3766}" type="presParOf" srcId="{0912A08C-0AF5-40F1-BC95-099870CC3440}" destId="{A6B2332B-9850-4C86-8471-EC025C0BC78B}" srcOrd="1" destOrd="0" presId="urn:microsoft.com/office/officeart/2008/layout/HalfCircleOrganizationChart"/>
    <dgm:cxn modelId="{38C0AC77-82AF-426D-A6EC-C063944DA363}" type="presParOf" srcId="{0912A08C-0AF5-40F1-BC95-099870CC3440}" destId="{29869CA1-3053-4FAB-9680-33117266D623}" srcOrd="2" destOrd="0" presId="urn:microsoft.com/office/officeart/2008/layout/HalfCircleOrganizationChart"/>
    <dgm:cxn modelId="{B012ECB9-E380-486D-9190-5442C8A8D30F}" type="presParOf" srcId="{0912A08C-0AF5-40F1-BC95-099870CC3440}" destId="{06E9D89C-382B-4E99-853F-DC8F9A8D00FE}" srcOrd="3" destOrd="0" presId="urn:microsoft.com/office/officeart/2008/layout/HalfCircleOrganizationChart"/>
    <dgm:cxn modelId="{46F4F55B-F6A3-4B8A-9C75-45103928882C}" type="presParOf" srcId="{43265D23-1E96-40CC-B8E5-44EC2706ACFE}" destId="{9E9D11A7-6F93-4DAC-8641-06525F6D7C5E}" srcOrd="1" destOrd="0" presId="urn:microsoft.com/office/officeart/2008/layout/HalfCircleOrganizationChart"/>
    <dgm:cxn modelId="{B2374F98-DF7A-4051-8821-E5D5EF5A4908}" type="presParOf" srcId="{43265D23-1E96-40CC-B8E5-44EC2706ACFE}" destId="{74855981-EFBE-4F58-8EA1-AE5A3F50B02D}" srcOrd="2" destOrd="0" presId="urn:microsoft.com/office/officeart/2008/layout/HalfCircleOrganizationChart"/>
    <dgm:cxn modelId="{6FBA80E5-516B-400D-88F9-142B47893D62}" type="presParOf" srcId="{8938F8D7-4C1C-4C6D-841F-137B4A859E62}" destId="{6F0C1FB3-58C7-4191-B528-0186306067C0}" srcOrd="2" destOrd="0" presId="urn:microsoft.com/office/officeart/2008/layout/HalfCircleOrganizationChart"/>
    <dgm:cxn modelId="{C7DF8326-85F1-4D8A-81E0-41C7C11899B2}" type="presParOf" srcId="{8938F8D7-4C1C-4C6D-841F-137B4A859E62}" destId="{81850D23-ECCA-449F-AD12-7729FE4FF85D}" srcOrd="3" destOrd="0" presId="urn:microsoft.com/office/officeart/2008/layout/HalfCircleOrganizationChart"/>
    <dgm:cxn modelId="{3E119A87-7AB4-41BD-9E73-E4EE7E1932AE}" type="presParOf" srcId="{81850D23-ECCA-449F-AD12-7729FE4FF85D}" destId="{058EA69D-C47A-469D-B1BA-976B358175B6}" srcOrd="0" destOrd="0" presId="urn:microsoft.com/office/officeart/2008/layout/HalfCircleOrganizationChart"/>
    <dgm:cxn modelId="{0B91A0F6-72A4-401C-84AE-C5B0D9DAAF58}" type="presParOf" srcId="{058EA69D-C47A-469D-B1BA-976B358175B6}" destId="{53374AFE-90C3-469E-9A67-1B9AA1286F7D}" srcOrd="0" destOrd="0" presId="urn:microsoft.com/office/officeart/2008/layout/HalfCircleOrganizationChart"/>
    <dgm:cxn modelId="{7A4B63DD-E7BE-4790-8329-5A254E263F75}" type="presParOf" srcId="{058EA69D-C47A-469D-B1BA-976B358175B6}" destId="{16260DA2-F1A3-4E20-9727-82D63A4B7CDC}" srcOrd="1" destOrd="0" presId="urn:microsoft.com/office/officeart/2008/layout/HalfCircleOrganizationChart"/>
    <dgm:cxn modelId="{438D0B7D-9E5F-463C-8A91-8BB6C57D116D}" type="presParOf" srcId="{058EA69D-C47A-469D-B1BA-976B358175B6}" destId="{7BDEEC33-73ED-4977-BE00-454C33536D4F}" srcOrd="2" destOrd="0" presId="urn:microsoft.com/office/officeart/2008/layout/HalfCircleOrganizationChart"/>
    <dgm:cxn modelId="{3E60FA69-707F-4F6A-ABFC-CDFB3C9EF4AD}" type="presParOf" srcId="{058EA69D-C47A-469D-B1BA-976B358175B6}" destId="{5493E2F7-5893-4FFC-A684-5BA183980A47}" srcOrd="3" destOrd="0" presId="urn:microsoft.com/office/officeart/2008/layout/HalfCircleOrganizationChart"/>
    <dgm:cxn modelId="{E5787D36-9B00-4994-B990-FDE90D1F2E79}" type="presParOf" srcId="{81850D23-ECCA-449F-AD12-7729FE4FF85D}" destId="{55B83DAD-B3E5-435F-8BD7-F2FE4DDAA21F}" srcOrd="1" destOrd="0" presId="urn:microsoft.com/office/officeart/2008/layout/HalfCircleOrganizationChart"/>
    <dgm:cxn modelId="{31B8F9EA-7126-45A3-AED1-EF31D995A64E}" type="presParOf" srcId="{81850D23-ECCA-449F-AD12-7729FE4FF85D}" destId="{D1181245-F397-4A54-B8F4-070378960DC5}" srcOrd="2" destOrd="0" presId="urn:microsoft.com/office/officeart/2008/layout/HalfCircleOrganizationChart"/>
    <dgm:cxn modelId="{CF8DBBD6-2BA5-49CC-8863-D5A655D2F6FF}" type="presParOf" srcId="{8938F8D7-4C1C-4C6D-841F-137B4A859E62}" destId="{F143F758-D2A8-4963-900F-BABCD06AA784}" srcOrd="4" destOrd="0" presId="urn:microsoft.com/office/officeart/2008/layout/HalfCircleOrganizationChart"/>
    <dgm:cxn modelId="{3EE8E507-2EE3-4D0D-A771-1B0A42450A9F}" type="presParOf" srcId="{8938F8D7-4C1C-4C6D-841F-137B4A859E62}" destId="{4ADF09AC-F9FC-4BB2-B46B-7FBE8962534F}" srcOrd="5" destOrd="0" presId="urn:microsoft.com/office/officeart/2008/layout/HalfCircleOrganizationChart"/>
    <dgm:cxn modelId="{7B31A760-031D-45B8-8332-C9034ADB9F6A}" type="presParOf" srcId="{4ADF09AC-F9FC-4BB2-B46B-7FBE8962534F}" destId="{948893D4-B9FE-44FC-A062-D6010D52AFD7}" srcOrd="0" destOrd="0" presId="urn:microsoft.com/office/officeart/2008/layout/HalfCircleOrganizationChart"/>
    <dgm:cxn modelId="{82E2FF6E-516F-46CD-8F74-B84E3782946E}" type="presParOf" srcId="{948893D4-B9FE-44FC-A062-D6010D52AFD7}" destId="{6C133AE5-82CB-49F9-A3D0-8117E9AA95BE}" srcOrd="0" destOrd="0" presId="urn:microsoft.com/office/officeart/2008/layout/HalfCircleOrganizationChart"/>
    <dgm:cxn modelId="{8977A3CB-2F92-49B0-96A6-033B526355DC}" type="presParOf" srcId="{948893D4-B9FE-44FC-A062-D6010D52AFD7}" destId="{44BB41F8-1429-4244-9303-EB8DE4403299}" srcOrd="1" destOrd="0" presId="urn:microsoft.com/office/officeart/2008/layout/HalfCircleOrganizationChart"/>
    <dgm:cxn modelId="{3D26213B-E6EE-425E-B99C-B5E0F323FC50}" type="presParOf" srcId="{948893D4-B9FE-44FC-A062-D6010D52AFD7}" destId="{B9330168-67D0-418F-B71E-A21233477A36}" srcOrd="2" destOrd="0" presId="urn:microsoft.com/office/officeart/2008/layout/HalfCircleOrganizationChart"/>
    <dgm:cxn modelId="{3B26DB6A-5ED1-4161-AC09-186D592A69B6}" type="presParOf" srcId="{948893D4-B9FE-44FC-A062-D6010D52AFD7}" destId="{121B0D87-09D9-466E-81B5-8E042FC56D75}" srcOrd="3" destOrd="0" presId="urn:microsoft.com/office/officeart/2008/layout/HalfCircleOrganizationChart"/>
    <dgm:cxn modelId="{7E2C90E9-EC00-47F6-9B5B-7FBA210CE232}" type="presParOf" srcId="{4ADF09AC-F9FC-4BB2-B46B-7FBE8962534F}" destId="{6FBFCAE0-3E62-4BC3-A719-812B78B43481}" srcOrd="1" destOrd="0" presId="urn:microsoft.com/office/officeart/2008/layout/HalfCircleOrganizationChart"/>
    <dgm:cxn modelId="{6DDA6014-CA82-4F18-8E27-6E94C2689901}" type="presParOf" srcId="{4ADF09AC-F9FC-4BB2-B46B-7FBE8962534F}" destId="{5BBB95E9-A1B9-45C8-86F5-DF82E04FB96A}" srcOrd="2" destOrd="0" presId="urn:microsoft.com/office/officeart/2008/layout/HalfCircleOrganizationChart"/>
    <dgm:cxn modelId="{0414D73E-4620-4FAE-9150-729EFC2748CB}" type="presParOf" srcId="{8938F8D7-4C1C-4C6D-841F-137B4A859E62}" destId="{BFE19225-6B65-4CA6-9B0B-0B51F92F4ABF}" srcOrd="6" destOrd="0" presId="urn:microsoft.com/office/officeart/2008/layout/HalfCircleOrganizationChart"/>
    <dgm:cxn modelId="{A8462490-662F-416C-8F27-92B45B39841F}" type="presParOf" srcId="{8938F8D7-4C1C-4C6D-841F-137B4A859E62}" destId="{94EEC649-F0B7-4184-A3FB-916C5997EFB5}" srcOrd="7" destOrd="0" presId="urn:microsoft.com/office/officeart/2008/layout/HalfCircleOrganizationChart"/>
    <dgm:cxn modelId="{9F426298-ACBD-4087-9FDB-9BC6D73DD4E8}" type="presParOf" srcId="{94EEC649-F0B7-4184-A3FB-916C5997EFB5}" destId="{5EFEEACF-7DED-4776-A83F-ED9EB9B61F29}" srcOrd="0" destOrd="0" presId="urn:microsoft.com/office/officeart/2008/layout/HalfCircleOrganizationChart"/>
    <dgm:cxn modelId="{BC33DE33-E754-4066-B757-1AF1F52310BA}" type="presParOf" srcId="{5EFEEACF-7DED-4776-A83F-ED9EB9B61F29}" destId="{61A3D335-6AF4-47DB-A99E-3056CE6E0AAB}" srcOrd="0" destOrd="0" presId="urn:microsoft.com/office/officeart/2008/layout/HalfCircleOrganizationChart"/>
    <dgm:cxn modelId="{86683E17-1814-40F8-AF8C-5DE19B6CEC3C}" type="presParOf" srcId="{5EFEEACF-7DED-4776-A83F-ED9EB9B61F29}" destId="{ADCB8302-8172-4F5F-8B8A-3F3F578B4E26}" srcOrd="1" destOrd="0" presId="urn:microsoft.com/office/officeart/2008/layout/HalfCircleOrganizationChart"/>
    <dgm:cxn modelId="{014CE65E-5999-4991-9017-0B8856D9A571}" type="presParOf" srcId="{5EFEEACF-7DED-4776-A83F-ED9EB9B61F29}" destId="{CBCA4FF4-3787-4E7B-A311-C0530BBE4B18}" srcOrd="2" destOrd="0" presId="urn:microsoft.com/office/officeart/2008/layout/HalfCircleOrganizationChart"/>
    <dgm:cxn modelId="{8B6272EF-7D6F-49CB-9C2B-974A1CBF9640}" type="presParOf" srcId="{5EFEEACF-7DED-4776-A83F-ED9EB9B61F29}" destId="{0673136F-BC0C-491A-BEC1-9BC7D42BF8C6}" srcOrd="3" destOrd="0" presId="urn:microsoft.com/office/officeart/2008/layout/HalfCircleOrganizationChart"/>
    <dgm:cxn modelId="{5E180311-000E-41BC-BB37-90A0E274F776}" type="presParOf" srcId="{94EEC649-F0B7-4184-A3FB-916C5997EFB5}" destId="{C1DE7C42-DC99-47D0-A37B-B4B213619D8F}" srcOrd="1" destOrd="0" presId="urn:microsoft.com/office/officeart/2008/layout/HalfCircleOrganizationChart"/>
    <dgm:cxn modelId="{9006463C-EE97-4F77-85A8-B56B9EB03FC4}" type="presParOf" srcId="{94EEC649-F0B7-4184-A3FB-916C5997EFB5}" destId="{029CD6C8-9202-47F5-B766-9F07FB015765}" srcOrd="2" destOrd="0" presId="urn:microsoft.com/office/officeart/2008/layout/HalfCircleOrganizationChart"/>
    <dgm:cxn modelId="{F08A3630-4413-47E0-B2E1-735D6D474EEE}" type="presParOf" srcId="{944F989B-BDF3-4777-87A3-F192D114F9B3}" destId="{7BDEFCCE-B59B-4F41-B98D-8A1F2BB35AB5}" srcOrd="2" destOrd="0" presId="urn:microsoft.com/office/officeart/2008/layout/HalfCircleOrganizationChart"/>
    <dgm:cxn modelId="{3109FCF2-6EC0-4D6D-A415-63F99866C1C7}" type="presParOf" srcId="{7BDEFCCE-B59B-4F41-B98D-8A1F2BB35AB5}" destId="{FE4DA2FA-DAE4-4B18-8985-3BFC301A7299}" srcOrd="0" destOrd="0" presId="urn:microsoft.com/office/officeart/2008/layout/HalfCircleOrganizationChart"/>
    <dgm:cxn modelId="{1042644F-1599-4887-B6AC-9E5F307454DA}" type="presParOf" srcId="{7BDEFCCE-B59B-4F41-B98D-8A1F2BB35AB5}" destId="{A9446D4C-3C2B-4B5D-8E57-5A93FF15E3D0}" srcOrd="1" destOrd="0" presId="urn:microsoft.com/office/officeart/2008/layout/HalfCircleOrganizationChart"/>
    <dgm:cxn modelId="{1E2A66CF-64A7-4534-8A34-38592232DC30}" type="presParOf" srcId="{A9446D4C-3C2B-4B5D-8E57-5A93FF15E3D0}" destId="{16A8355B-7FC1-4F9C-B3F4-341E388C4E79}" srcOrd="0" destOrd="0" presId="urn:microsoft.com/office/officeart/2008/layout/HalfCircleOrganizationChart"/>
    <dgm:cxn modelId="{2958CF92-3352-4CDB-A325-0F8419E35D34}" type="presParOf" srcId="{16A8355B-7FC1-4F9C-B3F4-341E388C4E79}" destId="{8FD5B753-85DC-45B5-95F3-CD995C5032CA}" srcOrd="0" destOrd="0" presId="urn:microsoft.com/office/officeart/2008/layout/HalfCircleOrganizationChart"/>
    <dgm:cxn modelId="{314AD69D-318E-45C8-BC40-103D7DB784B8}" type="presParOf" srcId="{16A8355B-7FC1-4F9C-B3F4-341E388C4E79}" destId="{FA332565-96CA-492F-9CC5-DD7BB052889D}" srcOrd="1" destOrd="0" presId="urn:microsoft.com/office/officeart/2008/layout/HalfCircleOrganizationChart"/>
    <dgm:cxn modelId="{16DFAA0A-2352-46ED-BA49-2F7FAF2D9496}" type="presParOf" srcId="{16A8355B-7FC1-4F9C-B3F4-341E388C4E79}" destId="{A81C1155-CC7B-492B-9B73-A4CF50B3208C}" srcOrd="2" destOrd="0" presId="urn:microsoft.com/office/officeart/2008/layout/HalfCircleOrganizationChart"/>
    <dgm:cxn modelId="{8ECF9FE9-B51A-4061-87B0-7FE6352FCB88}" type="presParOf" srcId="{16A8355B-7FC1-4F9C-B3F4-341E388C4E79}" destId="{62003B1E-52CA-4D74-AA26-FF696410E6D9}" srcOrd="3" destOrd="0" presId="urn:microsoft.com/office/officeart/2008/layout/HalfCircleOrganizationChart"/>
    <dgm:cxn modelId="{FA723658-620B-4D97-A04E-3AF7F3C238F4}" type="presParOf" srcId="{A9446D4C-3C2B-4B5D-8E57-5A93FF15E3D0}" destId="{240D4FC3-77CB-4B73-A72C-729E5DDAC411}" srcOrd="1" destOrd="0" presId="urn:microsoft.com/office/officeart/2008/layout/HalfCircleOrganizationChart"/>
    <dgm:cxn modelId="{5C1B9DF5-4F34-476D-8BDD-56367EC34B6D}" type="presParOf" srcId="{A9446D4C-3C2B-4B5D-8E57-5A93FF15E3D0}" destId="{7C56194A-191F-4258-8630-EB62A7742460}" srcOrd="2" destOrd="0" presId="urn:microsoft.com/office/officeart/2008/layout/HalfCircleOrganizationChart"/>
    <dgm:cxn modelId="{9111BB5A-98C0-4073-9873-8B1858B3B80C}" type="presParOf" srcId="{7BDEFCCE-B59B-4F41-B98D-8A1F2BB35AB5}" destId="{C29FF64A-2DBA-4405-B114-265040D5FE4B}" srcOrd="2" destOrd="0" presId="urn:microsoft.com/office/officeart/2008/layout/HalfCircleOrganizationChart"/>
    <dgm:cxn modelId="{1CFFC425-CA60-4DAF-B35B-176541EB9167}" type="presParOf" srcId="{7BDEFCCE-B59B-4F41-B98D-8A1F2BB35AB5}" destId="{8360C3EB-2455-489A-9AA9-FA05385DB19D}" srcOrd="3" destOrd="0" presId="urn:microsoft.com/office/officeart/2008/layout/HalfCircleOrganizationChart"/>
    <dgm:cxn modelId="{CC788D01-18B9-4B51-A15E-D2935A408F27}" type="presParOf" srcId="{8360C3EB-2455-489A-9AA9-FA05385DB19D}" destId="{433BB5B2-DA8F-48A4-8C08-B0FA11A4EB10}" srcOrd="0" destOrd="0" presId="urn:microsoft.com/office/officeart/2008/layout/HalfCircleOrganizationChart"/>
    <dgm:cxn modelId="{9715F04A-A5CB-4B46-AFDD-5FE7B0D50122}" type="presParOf" srcId="{433BB5B2-DA8F-48A4-8C08-B0FA11A4EB10}" destId="{BC93640D-BD19-4CBB-9339-4E5862C91EEA}" srcOrd="0" destOrd="0" presId="urn:microsoft.com/office/officeart/2008/layout/HalfCircleOrganizationChart"/>
    <dgm:cxn modelId="{D80D65EF-5505-4130-B8D3-2DB249D7CB1E}" type="presParOf" srcId="{433BB5B2-DA8F-48A4-8C08-B0FA11A4EB10}" destId="{66644E85-E530-40D9-941D-86443BCA6960}" srcOrd="1" destOrd="0" presId="urn:microsoft.com/office/officeart/2008/layout/HalfCircleOrganizationChart"/>
    <dgm:cxn modelId="{32AFCFCA-E6CE-4FDF-B70C-C47FE5C9D5D0}" type="presParOf" srcId="{433BB5B2-DA8F-48A4-8C08-B0FA11A4EB10}" destId="{008398F5-D661-444A-8982-E2F1BF1429DB}" srcOrd="2" destOrd="0" presId="urn:microsoft.com/office/officeart/2008/layout/HalfCircleOrganizationChart"/>
    <dgm:cxn modelId="{2E5ED068-75DB-4EA7-B015-E62AA5F2B623}" type="presParOf" srcId="{433BB5B2-DA8F-48A4-8C08-B0FA11A4EB10}" destId="{ED057B82-C979-475E-AAFF-512DF90B6CEC}" srcOrd="3" destOrd="0" presId="urn:microsoft.com/office/officeart/2008/layout/HalfCircleOrganizationChart"/>
    <dgm:cxn modelId="{75C664A5-DDDD-4F37-B3C5-6C70B01F71AF}" type="presParOf" srcId="{8360C3EB-2455-489A-9AA9-FA05385DB19D}" destId="{84593648-2AB8-4BD1-928B-901F329BDC11}" srcOrd="1" destOrd="0" presId="urn:microsoft.com/office/officeart/2008/layout/HalfCircleOrganizationChart"/>
    <dgm:cxn modelId="{BBB47ED6-ED2E-4C4A-9BCC-FB1FECEE4FB9}" type="presParOf" srcId="{8360C3EB-2455-489A-9AA9-FA05385DB19D}" destId="{5249C72A-42B1-41EF-B25E-99905A6CA38D}" srcOrd="2" destOrd="0" presId="urn:microsoft.com/office/officeart/2008/layout/HalfCircleOrganizationChart"/>
    <dgm:cxn modelId="{200C219D-4A4E-49C1-B78E-1C607166265E}" type="presParOf" srcId="{7BDEFCCE-B59B-4F41-B98D-8A1F2BB35AB5}" destId="{EA2CCA04-A5D6-4424-8D55-022453124276}" srcOrd="4" destOrd="0" presId="urn:microsoft.com/office/officeart/2008/layout/HalfCircleOrganizationChart"/>
    <dgm:cxn modelId="{9CCA4CB0-A9DE-4E37-B07A-563FC5E56B88}" type="presParOf" srcId="{7BDEFCCE-B59B-4F41-B98D-8A1F2BB35AB5}" destId="{60DE41DA-CBF7-4B5C-83D9-B705296F1C7D}" srcOrd="5" destOrd="0" presId="urn:microsoft.com/office/officeart/2008/layout/HalfCircleOrganizationChart"/>
    <dgm:cxn modelId="{1D699071-EBFD-4806-8802-90004A4EF96D}" type="presParOf" srcId="{60DE41DA-CBF7-4B5C-83D9-B705296F1C7D}" destId="{BB684C67-6A23-4453-AAF7-A1146A87D663}" srcOrd="0" destOrd="0" presId="urn:microsoft.com/office/officeart/2008/layout/HalfCircleOrganizationChart"/>
    <dgm:cxn modelId="{BC3D5175-13AA-4388-B6A1-05E6216D4625}" type="presParOf" srcId="{BB684C67-6A23-4453-AAF7-A1146A87D663}" destId="{E7EE3F08-44F7-48A9-AC4C-CB8EEC54A3BF}" srcOrd="0" destOrd="0" presId="urn:microsoft.com/office/officeart/2008/layout/HalfCircleOrganizationChart"/>
    <dgm:cxn modelId="{C735CA8F-45CD-41A1-A831-12934655A872}" type="presParOf" srcId="{BB684C67-6A23-4453-AAF7-A1146A87D663}" destId="{D86AF3A9-EF0C-4929-9950-4EC06FC59918}" srcOrd="1" destOrd="0" presId="urn:microsoft.com/office/officeart/2008/layout/HalfCircleOrganizationChart"/>
    <dgm:cxn modelId="{2A90C908-7E76-456D-9B4F-3CC716CBF1EA}" type="presParOf" srcId="{BB684C67-6A23-4453-AAF7-A1146A87D663}" destId="{346BA444-500F-479D-9954-E442876DFA51}" srcOrd="2" destOrd="0" presId="urn:microsoft.com/office/officeart/2008/layout/HalfCircleOrganizationChart"/>
    <dgm:cxn modelId="{C38893CA-6613-45A9-8DD3-CF0EFB2645FE}" type="presParOf" srcId="{BB684C67-6A23-4453-AAF7-A1146A87D663}" destId="{8A75EC09-4C40-4DB5-9EFA-669CF58AC2A3}" srcOrd="3" destOrd="0" presId="urn:microsoft.com/office/officeart/2008/layout/HalfCircleOrganizationChart"/>
    <dgm:cxn modelId="{F649310B-B62D-4702-8134-42AFABD72C4B}" type="presParOf" srcId="{60DE41DA-CBF7-4B5C-83D9-B705296F1C7D}" destId="{00526CAB-E819-46C3-8FE0-F2075A76C2C9}" srcOrd="1" destOrd="0" presId="urn:microsoft.com/office/officeart/2008/layout/HalfCircleOrganizationChart"/>
    <dgm:cxn modelId="{FF40E379-9970-430B-934B-5AFA8DABB9FA}" type="presParOf" srcId="{60DE41DA-CBF7-4B5C-83D9-B705296F1C7D}" destId="{7B77DB8D-B102-4585-8975-6ED1AED0D058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086CF87-780E-45E2-8EB6-C7490A9742C4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C7E6101-1D8A-4A11-99CE-2DC975D54CC5}">
      <dgm:prSet phldrT="[Text]" phldr="0"/>
      <dgm:spPr/>
      <dgm:t>
        <a:bodyPr/>
        <a:lstStyle/>
        <a:p>
          <a:r>
            <a:rPr lang="en-US" b="1" dirty="0"/>
            <a:t>CONVOLUTION</a:t>
          </a:r>
          <a:endParaRPr lang="en-IN" b="1" dirty="0"/>
        </a:p>
      </dgm:t>
    </dgm:pt>
    <dgm:pt modelId="{BD8014A7-5E9B-48F5-91AE-15F6A86E74DD}" type="parTrans" cxnId="{C7077B14-18E3-4777-A4DA-C0592042A56D}">
      <dgm:prSet/>
      <dgm:spPr/>
      <dgm:t>
        <a:bodyPr/>
        <a:lstStyle/>
        <a:p>
          <a:endParaRPr lang="en-IN"/>
        </a:p>
      </dgm:t>
    </dgm:pt>
    <dgm:pt modelId="{28EA2787-BA75-45A0-91CD-7889DD9D32D7}" type="sibTrans" cxnId="{C7077B14-18E3-4777-A4DA-C0592042A56D}">
      <dgm:prSet/>
      <dgm:spPr/>
      <dgm:t>
        <a:bodyPr/>
        <a:lstStyle/>
        <a:p>
          <a:endParaRPr lang="en-IN"/>
        </a:p>
      </dgm:t>
    </dgm:pt>
    <dgm:pt modelId="{398E6FCA-F352-4EF4-98E5-F80291BBD188}" type="asst">
      <dgm:prSet phldrT="[Text]" phldr="0"/>
      <dgm:spPr/>
      <dgm:t>
        <a:bodyPr/>
        <a:lstStyle/>
        <a:p>
          <a:r>
            <a:rPr lang="en-US" dirty="0"/>
            <a:t>1X1</a:t>
          </a:r>
          <a:endParaRPr lang="en-IN" dirty="0"/>
        </a:p>
      </dgm:t>
    </dgm:pt>
    <dgm:pt modelId="{DF451136-35FB-4811-A31C-400582E13A42}" type="parTrans" cxnId="{FB305B38-2465-4FC4-9012-101B1311528D}">
      <dgm:prSet/>
      <dgm:spPr/>
      <dgm:t>
        <a:bodyPr/>
        <a:lstStyle/>
        <a:p>
          <a:endParaRPr lang="en-IN"/>
        </a:p>
      </dgm:t>
    </dgm:pt>
    <dgm:pt modelId="{6CF411D7-4AAF-4EB1-B148-0953466B50DD}" type="sibTrans" cxnId="{FB305B38-2465-4FC4-9012-101B1311528D}">
      <dgm:prSet/>
      <dgm:spPr/>
      <dgm:t>
        <a:bodyPr/>
        <a:lstStyle/>
        <a:p>
          <a:endParaRPr lang="en-IN"/>
        </a:p>
      </dgm:t>
    </dgm:pt>
    <dgm:pt modelId="{5CD3EBCE-53E2-4288-A16E-442A448AAA95}" type="asst">
      <dgm:prSet phldrT="[Text]" phldr="0"/>
      <dgm:spPr/>
      <dgm:t>
        <a:bodyPr/>
        <a:lstStyle/>
        <a:p>
          <a:r>
            <a:rPr lang="en-US" dirty="0"/>
            <a:t>STRIDED</a:t>
          </a:r>
          <a:endParaRPr lang="en-IN" dirty="0"/>
        </a:p>
      </dgm:t>
    </dgm:pt>
    <dgm:pt modelId="{5D01D083-F41E-446D-91DE-4A6D3F906828}" type="parTrans" cxnId="{94BA95D5-8CC9-4133-B291-3249140BFBC4}">
      <dgm:prSet/>
      <dgm:spPr/>
      <dgm:t>
        <a:bodyPr/>
        <a:lstStyle/>
        <a:p>
          <a:endParaRPr lang="en-IN"/>
        </a:p>
      </dgm:t>
    </dgm:pt>
    <dgm:pt modelId="{F5DBE09E-8A09-4755-B604-996D79D87AC7}" type="sibTrans" cxnId="{94BA95D5-8CC9-4133-B291-3249140BFBC4}">
      <dgm:prSet/>
      <dgm:spPr/>
      <dgm:t>
        <a:bodyPr/>
        <a:lstStyle/>
        <a:p>
          <a:endParaRPr lang="en-IN"/>
        </a:p>
      </dgm:t>
    </dgm:pt>
    <dgm:pt modelId="{9C38A155-8220-4391-8507-8AD142E3ED91}" type="asst">
      <dgm:prSet phldrT="[Text]" phldr="0"/>
      <dgm:spPr/>
      <dgm:t>
        <a:bodyPr/>
        <a:lstStyle/>
        <a:p>
          <a:r>
            <a:rPr lang="en-US" dirty="0"/>
            <a:t>DILATED</a:t>
          </a:r>
          <a:endParaRPr lang="en-IN" dirty="0"/>
        </a:p>
      </dgm:t>
    </dgm:pt>
    <dgm:pt modelId="{E5CD3C9D-6EEC-427F-819B-28BEB5161C5F}" type="parTrans" cxnId="{D015F0FD-ED4E-4958-970B-547634DAB986}">
      <dgm:prSet/>
      <dgm:spPr/>
      <dgm:t>
        <a:bodyPr/>
        <a:lstStyle/>
        <a:p>
          <a:endParaRPr lang="en-IN"/>
        </a:p>
      </dgm:t>
    </dgm:pt>
    <dgm:pt modelId="{9F5A88B3-161C-47D4-A2F4-A9947303A182}" type="sibTrans" cxnId="{D015F0FD-ED4E-4958-970B-547634DAB986}">
      <dgm:prSet/>
      <dgm:spPr/>
      <dgm:t>
        <a:bodyPr/>
        <a:lstStyle/>
        <a:p>
          <a:endParaRPr lang="en-IN"/>
        </a:p>
      </dgm:t>
    </dgm:pt>
    <dgm:pt modelId="{075FDEC8-BA1F-4A02-98DE-217C02E0D246}" type="asst">
      <dgm:prSet phldrT="[Text]" phldr="0"/>
      <dgm:spPr/>
      <dgm:t>
        <a:bodyPr/>
        <a:lstStyle/>
        <a:p>
          <a:r>
            <a:rPr lang="en-US"/>
            <a:t>TRANSPOSED</a:t>
          </a:r>
          <a:endParaRPr lang="en-IN" dirty="0"/>
        </a:p>
      </dgm:t>
    </dgm:pt>
    <dgm:pt modelId="{2C74C4DD-351C-4889-B407-2C8C767B6081}" type="parTrans" cxnId="{BF0B59C6-43CD-4892-B6BC-96EC73498A1A}">
      <dgm:prSet/>
      <dgm:spPr/>
      <dgm:t>
        <a:bodyPr/>
        <a:lstStyle/>
        <a:p>
          <a:endParaRPr lang="en-IN"/>
        </a:p>
      </dgm:t>
    </dgm:pt>
    <dgm:pt modelId="{CF7FD9F4-B7AD-4417-86D5-C0041C4C1A9B}" type="sibTrans" cxnId="{BF0B59C6-43CD-4892-B6BC-96EC73498A1A}">
      <dgm:prSet/>
      <dgm:spPr/>
      <dgm:t>
        <a:bodyPr/>
        <a:lstStyle/>
        <a:p>
          <a:endParaRPr lang="en-IN"/>
        </a:p>
      </dgm:t>
    </dgm:pt>
    <dgm:pt modelId="{96E1B7AB-2A60-4376-854A-5520AFAF3FC8}" type="asst">
      <dgm:prSet phldrT="[Text]" phldr="0"/>
      <dgm:spPr/>
      <dgm:t>
        <a:bodyPr/>
        <a:lstStyle/>
        <a:p>
          <a:r>
            <a:rPr lang="en-US"/>
            <a:t>SEPARABLE</a:t>
          </a:r>
          <a:endParaRPr lang="en-IN" dirty="0"/>
        </a:p>
      </dgm:t>
    </dgm:pt>
    <dgm:pt modelId="{E1DE90D8-2E70-4093-9287-DF2F4BDF85D0}" type="parTrans" cxnId="{06E92839-BBA4-4D77-BB0C-DFA9C92D840A}">
      <dgm:prSet/>
      <dgm:spPr/>
      <dgm:t>
        <a:bodyPr/>
        <a:lstStyle/>
        <a:p>
          <a:endParaRPr lang="en-IN"/>
        </a:p>
      </dgm:t>
    </dgm:pt>
    <dgm:pt modelId="{A8DC8173-7797-4313-8D76-B5918AB07BF5}" type="sibTrans" cxnId="{06E92839-BBA4-4D77-BB0C-DFA9C92D840A}">
      <dgm:prSet/>
      <dgm:spPr/>
      <dgm:t>
        <a:bodyPr/>
        <a:lstStyle/>
        <a:p>
          <a:endParaRPr lang="en-IN"/>
        </a:p>
      </dgm:t>
    </dgm:pt>
    <dgm:pt modelId="{AB2AF201-DFAA-4929-B258-4BC3E5701F81}" type="pres">
      <dgm:prSet presAssocID="{A086CF87-780E-45E2-8EB6-C7490A9742C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C75BFF5-A274-42D7-888F-20031A307E15}" type="pres">
      <dgm:prSet presAssocID="{6C7E6101-1D8A-4A11-99CE-2DC975D54CC5}" presName="hierRoot1" presStyleCnt="0">
        <dgm:presLayoutVars>
          <dgm:hierBranch val="init"/>
        </dgm:presLayoutVars>
      </dgm:prSet>
      <dgm:spPr/>
    </dgm:pt>
    <dgm:pt modelId="{192018E8-210B-4A1A-AE38-D7BF45F9ACF3}" type="pres">
      <dgm:prSet presAssocID="{6C7E6101-1D8A-4A11-99CE-2DC975D54CC5}" presName="rootComposite1" presStyleCnt="0"/>
      <dgm:spPr/>
    </dgm:pt>
    <dgm:pt modelId="{F0BD9606-E8AA-4432-9BB5-5B38EC280D33}" type="pres">
      <dgm:prSet presAssocID="{6C7E6101-1D8A-4A11-99CE-2DC975D54CC5}" presName="rootText1" presStyleLbl="node0" presStyleIdx="0" presStyleCnt="1">
        <dgm:presLayoutVars>
          <dgm:chPref val="3"/>
        </dgm:presLayoutVars>
      </dgm:prSet>
      <dgm:spPr/>
    </dgm:pt>
    <dgm:pt modelId="{4FE374CA-0E48-44A8-988C-F6A1DC410EE7}" type="pres">
      <dgm:prSet presAssocID="{6C7E6101-1D8A-4A11-99CE-2DC975D54CC5}" presName="rootConnector1" presStyleLbl="node1" presStyleIdx="0" presStyleCnt="0"/>
      <dgm:spPr/>
    </dgm:pt>
    <dgm:pt modelId="{BF6AA5C9-53D9-4165-9428-621D63FE0304}" type="pres">
      <dgm:prSet presAssocID="{6C7E6101-1D8A-4A11-99CE-2DC975D54CC5}" presName="hierChild2" presStyleCnt="0"/>
      <dgm:spPr/>
    </dgm:pt>
    <dgm:pt modelId="{1E41AC8B-F965-408F-83A0-542BBD28F220}" type="pres">
      <dgm:prSet presAssocID="{6C7E6101-1D8A-4A11-99CE-2DC975D54CC5}" presName="hierChild3" presStyleCnt="0"/>
      <dgm:spPr/>
    </dgm:pt>
    <dgm:pt modelId="{1E4D473F-F845-417C-9B2D-BB9179BC8508}" type="pres">
      <dgm:prSet presAssocID="{DF451136-35FB-4811-A31C-400582E13A42}" presName="Name115" presStyleLbl="parChTrans1D2" presStyleIdx="0" presStyleCnt="5"/>
      <dgm:spPr/>
    </dgm:pt>
    <dgm:pt modelId="{D7FF5DEF-4201-474F-AA6F-2003912027F7}" type="pres">
      <dgm:prSet presAssocID="{398E6FCA-F352-4EF4-98E5-F80291BBD188}" presName="hierRoot3" presStyleCnt="0">
        <dgm:presLayoutVars>
          <dgm:hierBranch val="init"/>
        </dgm:presLayoutVars>
      </dgm:prSet>
      <dgm:spPr/>
    </dgm:pt>
    <dgm:pt modelId="{1996620E-722F-47A7-B9B8-327CC81D4D38}" type="pres">
      <dgm:prSet presAssocID="{398E6FCA-F352-4EF4-98E5-F80291BBD188}" presName="rootComposite3" presStyleCnt="0"/>
      <dgm:spPr/>
    </dgm:pt>
    <dgm:pt modelId="{C02AB1DA-21F4-4AF1-9DDF-7656564C908F}" type="pres">
      <dgm:prSet presAssocID="{398E6FCA-F352-4EF4-98E5-F80291BBD188}" presName="rootText3" presStyleLbl="asst1" presStyleIdx="0" presStyleCnt="5">
        <dgm:presLayoutVars>
          <dgm:chPref val="3"/>
        </dgm:presLayoutVars>
      </dgm:prSet>
      <dgm:spPr/>
    </dgm:pt>
    <dgm:pt modelId="{DFCDB5E4-D875-427B-A59A-70E6726FDFBA}" type="pres">
      <dgm:prSet presAssocID="{398E6FCA-F352-4EF4-98E5-F80291BBD188}" presName="rootConnector3" presStyleLbl="asst1" presStyleIdx="0" presStyleCnt="5"/>
      <dgm:spPr/>
    </dgm:pt>
    <dgm:pt modelId="{CC5230D0-EFDB-4AE8-A49B-11185ED61B62}" type="pres">
      <dgm:prSet presAssocID="{398E6FCA-F352-4EF4-98E5-F80291BBD188}" presName="hierChild6" presStyleCnt="0"/>
      <dgm:spPr/>
    </dgm:pt>
    <dgm:pt modelId="{C8400171-71AC-4A1D-94AA-10FAA3FFA202}" type="pres">
      <dgm:prSet presAssocID="{398E6FCA-F352-4EF4-98E5-F80291BBD188}" presName="hierChild7" presStyleCnt="0"/>
      <dgm:spPr/>
    </dgm:pt>
    <dgm:pt modelId="{DEBC41F0-2225-4F49-8515-26465A19EC36}" type="pres">
      <dgm:prSet presAssocID="{5D01D083-F41E-446D-91DE-4A6D3F906828}" presName="Name115" presStyleLbl="parChTrans1D2" presStyleIdx="1" presStyleCnt="5"/>
      <dgm:spPr/>
    </dgm:pt>
    <dgm:pt modelId="{A9658E94-5AE2-41C9-ACA4-4F212F145EE1}" type="pres">
      <dgm:prSet presAssocID="{5CD3EBCE-53E2-4288-A16E-442A448AAA95}" presName="hierRoot3" presStyleCnt="0">
        <dgm:presLayoutVars>
          <dgm:hierBranch val="init"/>
        </dgm:presLayoutVars>
      </dgm:prSet>
      <dgm:spPr/>
    </dgm:pt>
    <dgm:pt modelId="{437C5721-7546-41A7-9E71-48F5A9BE2C8C}" type="pres">
      <dgm:prSet presAssocID="{5CD3EBCE-53E2-4288-A16E-442A448AAA95}" presName="rootComposite3" presStyleCnt="0"/>
      <dgm:spPr/>
    </dgm:pt>
    <dgm:pt modelId="{02EB66B4-8C2D-47F6-91DB-47143FFEB6FA}" type="pres">
      <dgm:prSet presAssocID="{5CD3EBCE-53E2-4288-A16E-442A448AAA95}" presName="rootText3" presStyleLbl="asst1" presStyleIdx="1" presStyleCnt="5">
        <dgm:presLayoutVars>
          <dgm:chPref val="3"/>
        </dgm:presLayoutVars>
      </dgm:prSet>
      <dgm:spPr/>
    </dgm:pt>
    <dgm:pt modelId="{98955F51-E4DE-4EE0-87F6-B86D83D58DE4}" type="pres">
      <dgm:prSet presAssocID="{5CD3EBCE-53E2-4288-A16E-442A448AAA95}" presName="rootConnector3" presStyleLbl="asst1" presStyleIdx="1" presStyleCnt="5"/>
      <dgm:spPr/>
    </dgm:pt>
    <dgm:pt modelId="{2998B3EA-5E9E-44E0-9F6A-BFFF1DE38AF3}" type="pres">
      <dgm:prSet presAssocID="{5CD3EBCE-53E2-4288-A16E-442A448AAA95}" presName="hierChild6" presStyleCnt="0"/>
      <dgm:spPr/>
    </dgm:pt>
    <dgm:pt modelId="{1D01D86C-45BA-4C38-B3E2-79DA5646BCD2}" type="pres">
      <dgm:prSet presAssocID="{5CD3EBCE-53E2-4288-A16E-442A448AAA95}" presName="hierChild7" presStyleCnt="0"/>
      <dgm:spPr/>
    </dgm:pt>
    <dgm:pt modelId="{DD31FDE0-E5DB-432A-A95A-CE9437795464}" type="pres">
      <dgm:prSet presAssocID="{E5CD3C9D-6EEC-427F-819B-28BEB5161C5F}" presName="Name115" presStyleLbl="parChTrans1D2" presStyleIdx="2" presStyleCnt="5"/>
      <dgm:spPr/>
    </dgm:pt>
    <dgm:pt modelId="{063C181B-2F0D-4789-AA5B-14DC545A70EC}" type="pres">
      <dgm:prSet presAssocID="{9C38A155-8220-4391-8507-8AD142E3ED91}" presName="hierRoot3" presStyleCnt="0">
        <dgm:presLayoutVars>
          <dgm:hierBranch val="init"/>
        </dgm:presLayoutVars>
      </dgm:prSet>
      <dgm:spPr/>
    </dgm:pt>
    <dgm:pt modelId="{EC5340DE-C88A-40B4-8C03-2C15D421A886}" type="pres">
      <dgm:prSet presAssocID="{9C38A155-8220-4391-8507-8AD142E3ED91}" presName="rootComposite3" presStyleCnt="0"/>
      <dgm:spPr/>
    </dgm:pt>
    <dgm:pt modelId="{768C8FA9-C00E-4B72-BDDD-610B415098E1}" type="pres">
      <dgm:prSet presAssocID="{9C38A155-8220-4391-8507-8AD142E3ED91}" presName="rootText3" presStyleLbl="asst1" presStyleIdx="2" presStyleCnt="5">
        <dgm:presLayoutVars>
          <dgm:chPref val="3"/>
        </dgm:presLayoutVars>
      </dgm:prSet>
      <dgm:spPr/>
    </dgm:pt>
    <dgm:pt modelId="{89E6F398-77ED-4A8E-B2E2-10E77A56FCB9}" type="pres">
      <dgm:prSet presAssocID="{9C38A155-8220-4391-8507-8AD142E3ED91}" presName="rootConnector3" presStyleLbl="asst1" presStyleIdx="2" presStyleCnt="5"/>
      <dgm:spPr/>
    </dgm:pt>
    <dgm:pt modelId="{0FB20CB7-B587-4A43-8CD7-0DD873ECADDE}" type="pres">
      <dgm:prSet presAssocID="{9C38A155-8220-4391-8507-8AD142E3ED91}" presName="hierChild6" presStyleCnt="0"/>
      <dgm:spPr/>
    </dgm:pt>
    <dgm:pt modelId="{1F14121B-F19D-4CDC-A72C-5E56C686130F}" type="pres">
      <dgm:prSet presAssocID="{9C38A155-8220-4391-8507-8AD142E3ED91}" presName="hierChild7" presStyleCnt="0"/>
      <dgm:spPr/>
    </dgm:pt>
    <dgm:pt modelId="{DEFDE521-CCAD-49DA-8035-1FD5ED450A63}" type="pres">
      <dgm:prSet presAssocID="{2C74C4DD-351C-4889-B407-2C8C767B6081}" presName="Name115" presStyleLbl="parChTrans1D2" presStyleIdx="3" presStyleCnt="5"/>
      <dgm:spPr/>
    </dgm:pt>
    <dgm:pt modelId="{C91B615A-C076-4D4E-84EC-C71604359296}" type="pres">
      <dgm:prSet presAssocID="{075FDEC8-BA1F-4A02-98DE-217C02E0D246}" presName="hierRoot3" presStyleCnt="0">
        <dgm:presLayoutVars>
          <dgm:hierBranch val="init"/>
        </dgm:presLayoutVars>
      </dgm:prSet>
      <dgm:spPr/>
    </dgm:pt>
    <dgm:pt modelId="{281E84A1-223B-49E6-A45D-B98179A19EBC}" type="pres">
      <dgm:prSet presAssocID="{075FDEC8-BA1F-4A02-98DE-217C02E0D246}" presName="rootComposite3" presStyleCnt="0"/>
      <dgm:spPr/>
    </dgm:pt>
    <dgm:pt modelId="{76BA85B4-363A-46A8-9718-0F0657146B55}" type="pres">
      <dgm:prSet presAssocID="{075FDEC8-BA1F-4A02-98DE-217C02E0D246}" presName="rootText3" presStyleLbl="asst1" presStyleIdx="3" presStyleCnt="5">
        <dgm:presLayoutVars>
          <dgm:chPref val="3"/>
        </dgm:presLayoutVars>
      </dgm:prSet>
      <dgm:spPr/>
    </dgm:pt>
    <dgm:pt modelId="{847E5611-C516-4712-9EBF-1C5DB54331D6}" type="pres">
      <dgm:prSet presAssocID="{075FDEC8-BA1F-4A02-98DE-217C02E0D246}" presName="rootConnector3" presStyleLbl="asst1" presStyleIdx="3" presStyleCnt="5"/>
      <dgm:spPr/>
    </dgm:pt>
    <dgm:pt modelId="{B60C08C7-C051-422A-B5CC-7D02B2592F30}" type="pres">
      <dgm:prSet presAssocID="{075FDEC8-BA1F-4A02-98DE-217C02E0D246}" presName="hierChild6" presStyleCnt="0"/>
      <dgm:spPr/>
    </dgm:pt>
    <dgm:pt modelId="{A272827D-6A38-4081-BBFB-9976B7604AA7}" type="pres">
      <dgm:prSet presAssocID="{075FDEC8-BA1F-4A02-98DE-217C02E0D246}" presName="hierChild7" presStyleCnt="0"/>
      <dgm:spPr/>
    </dgm:pt>
    <dgm:pt modelId="{4BF5C062-937A-449B-A3D7-6675717253C8}" type="pres">
      <dgm:prSet presAssocID="{E1DE90D8-2E70-4093-9287-DF2F4BDF85D0}" presName="Name115" presStyleLbl="parChTrans1D2" presStyleIdx="4" presStyleCnt="5"/>
      <dgm:spPr/>
    </dgm:pt>
    <dgm:pt modelId="{0E737D31-A486-478B-B6B2-2A190352A506}" type="pres">
      <dgm:prSet presAssocID="{96E1B7AB-2A60-4376-854A-5520AFAF3FC8}" presName="hierRoot3" presStyleCnt="0">
        <dgm:presLayoutVars>
          <dgm:hierBranch val="init"/>
        </dgm:presLayoutVars>
      </dgm:prSet>
      <dgm:spPr/>
    </dgm:pt>
    <dgm:pt modelId="{487D1157-0BF2-469C-A15F-3035257DCD53}" type="pres">
      <dgm:prSet presAssocID="{96E1B7AB-2A60-4376-854A-5520AFAF3FC8}" presName="rootComposite3" presStyleCnt="0"/>
      <dgm:spPr/>
    </dgm:pt>
    <dgm:pt modelId="{05394199-8E5B-414A-AC18-F1E4B084BAE3}" type="pres">
      <dgm:prSet presAssocID="{96E1B7AB-2A60-4376-854A-5520AFAF3FC8}" presName="rootText3" presStyleLbl="asst1" presStyleIdx="4" presStyleCnt="5">
        <dgm:presLayoutVars>
          <dgm:chPref val="3"/>
        </dgm:presLayoutVars>
      </dgm:prSet>
      <dgm:spPr/>
    </dgm:pt>
    <dgm:pt modelId="{E44E73D5-416E-4EFE-914A-6CAA29A20F68}" type="pres">
      <dgm:prSet presAssocID="{96E1B7AB-2A60-4376-854A-5520AFAF3FC8}" presName="rootConnector3" presStyleLbl="asst1" presStyleIdx="4" presStyleCnt="5"/>
      <dgm:spPr/>
    </dgm:pt>
    <dgm:pt modelId="{133F1DD6-25B5-4690-BDE7-77789D242E62}" type="pres">
      <dgm:prSet presAssocID="{96E1B7AB-2A60-4376-854A-5520AFAF3FC8}" presName="hierChild6" presStyleCnt="0"/>
      <dgm:spPr/>
    </dgm:pt>
    <dgm:pt modelId="{BA896FFF-9E34-4AB6-B402-FD413E77D1C5}" type="pres">
      <dgm:prSet presAssocID="{96E1B7AB-2A60-4376-854A-5520AFAF3FC8}" presName="hierChild7" presStyleCnt="0"/>
      <dgm:spPr/>
    </dgm:pt>
  </dgm:ptLst>
  <dgm:cxnLst>
    <dgm:cxn modelId="{220D7807-6F09-4F85-B591-525F2D203702}" type="presOf" srcId="{2C74C4DD-351C-4889-B407-2C8C767B6081}" destId="{DEFDE521-CCAD-49DA-8035-1FD5ED450A63}" srcOrd="0" destOrd="0" presId="urn:microsoft.com/office/officeart/2009/3/layout/HorizontalOrganizationChart"/>
    <dgm:cxn modelId="{C7077B14-18E3-4777-A4DA-C0592042A56D}" srcId="{A086CF87-780E-45E2-8EB6-C7490A9742C4}" destId="{6C7E6101-1D8A-4A11-99CE-2DC975D54CC5}" srcOrd="0" destOrd="0" parTransId="{BD8014A7-5E9B-48F5-91AE-15F6A86E74DD}" sibTransId="{28EA2787-BA75-45A0-91CD-7889DD9D32D7}"/>
    <dgm:cxn modelId="{71110D18-44AC-459D-80A4-563F55D98544}" type="presOf" srcId="{075FDEC8-BA1F-4A02-98DE-217C02E0D246}" destId="{847E5611-C516-4712-9EBF-1C5DB54331D6}" srcOrd="1" destOrd="0" presId="urn:microsoft.com/office/officeart/2009/3/layout/HorizontalOrganizationChart"/>
    <dgm:cxn modelId="{DB557A1C-51A7-4039-909E-59ED9304AA9D}" type="presOf" srcId="{398E6FCA-F352-4EF4-98E5-F80291BBD188}" destId="{DFCDB5E4-D875-427B-A59A-70E6726FDFBA}" srcOrd="1" destOrd="0" presId="urn:microsoft.com/office/officeart/2009/3/layout/HorizontalOrganizationChart"/>
    <dgm:cxn modelId="{85313F25-D7B5-461D-BEE0-DE1E7F8A4474}" type="presOf" srcId="{5D01D083-F41E-446D-91DE-4A6D3F906828}" destId="{DEBC41F0-2225-4F49-8515-26465A19EC36}" srcOrd="0" destOrd="0" presId="urn:microsoft.com/office/officeart/2009/3/layout/HorizontalOrganizationChart"/>
    <dgm:cxn modelId="{DE3B7B37-D96B-4370-B50D-C27DE001C64A}" type="presOf" srcId="{96E1B7AB-2A60-4376-854A-5520AFAF3FC8}" destId="{E44E73D5-416E-4EFE-914A-6CAA29A20F68}" srcOrd="1" destOrd="0" presId="urn:microsoft.com/office/officeart/2009/3/layout/HorizontalOrganizationChart"/>
    <dgm:cxn modelId="{FB305B38-2465-4FC4-9012-101B1311528D}" srcId="{6C7E6101-1D8A-4A11-99CE-2DC975D54CC5}" destId="{398E6FCA-F352-4EF4-98E5-F80291BBD188}" srcOrd="0" destOrd="0" parTransId="{DF451136-35FB-4811-A31C-400582E13A42}" sibTransId="{6CF411D7-4AAF-4EB1-B148-0953466B50DD}"/>
    <dgm:cxn modelId="{06E92839-BBA4-4D77-BB0C-DFA9C92D840A}" srcId="{6C7E6101-1D8A-4A11-99CE-2DC975D54CC5}" destId="{96E1B7AB-2A60-4376-854A-5520AFAF3FC8}" srcOrd="4" destOrd="0" parTransId="{E1DE90D8-2E70-4093-9287-DF2F4BDF85D0}" sibTransId="{A8DC8173-7797-4313-8D76-B5918AB07BF5}"/>
    <dgm:cxn modelId="{6FB8AF5D-2A25-42B4-BE04-00AF3C6ECA6F}" type="presOf" srcId="{6C7E6101-1D8A-4A11-99CE-2DC975D54CC5}" destId="{F0BD9606-E8AA-4432-9BB5-5B38EC280D33}" srcOrd="0" destOrd="0" presId="urn:microsoft.com/office/officeart/2009/3/layout/HorizontalOrganizationChart"/>
    <dgm:cxn modelId="{DBBD0547-A42B-4478-9375-C98B38F33117}" type="presOf" srcId="{9C38A155-8220-4391-8507-8AD142E3ED91}" destId="{89E6F398-77ED-4A8E-B2E2-10E77A56FCB9}" srcOrd="1" destOrd="0" presId="urn:microsoft.com/office/officeart/2009/3/layout/HorizontalOrganizationChart"/>
    <dgm:cxn modelId="{AF249673-8E1A-4069-BE2B-7046DB22ABCA}" type="presOf" srcId="{5CD3EBCE-53E2-4288-A16E-442A448AAA95}" destId="{98955F51-E4DE-4EE0-87F6-B86D83D58DE4}" srcOrd="1" destOrd="0" presId="urn:microsoft.com/office/officeart/2009/3/layout/HorizontalOrganizationChart"/>
    <dgm:cxn modelId="{1F945074-FC78-4FF9-AE50-83391A7A8402}" type="presOf" srcId="{DF451136-35FB-4811-A31C-400582E13A42}" destId="{1E4D473F-F845-417C-9B2D-BB9179BC8508}" srcOrd="0" destOrd="0" presId="urn:microsoft.com/office/officeart/2009/3/layout/HorizontalOrganizationChart"/>
    <dgm:cxn modelId="{573CBC80-DA99-42FB-B166-9B64E0D01D35}" type="presOf" srcId="{5CD3EBCE-53E2-4288-A16E-442A448AAA95}" destId="{02EB66B4-8C2D-47F6-91DB-47143FFEB6FA}" srcOrd="0" destOrd="0" presId="urn:microsoft.com/office/officeart/2009/3/layout/HorizontalOrganizationChart"/>
    <dgm:cxn modelId="{394D3A95-0128-4023-A1A0-17C88DFE5363}" type="presOf" srcId="{075FDEC8-BA1F-4A02-98DE-217C02E0D246}" destId="{76BA85B4-363A-46A8-9718-0F0657146B55}" srcOrd="0" destOrd="0" presId="urn:microsoft.com/office/officeart/2009/3/layout/HorizontalOrganizationChart"/>
    <dgm:cxn modelId="{20627B9A-F3A7-43FE-A41A-53A047B2B677}" type="presOf" srcId="{9C38A155-8220-4391-8507-8AD142E3ED91}" destId="{768C8FA9-C00E-4B72-BDDD-610B415098E1}" srcOrd="0" destOrd="0" presId="urn:microsoft.com/office/officeart/2009/3/layout/HorizontalOrganizationChart"/>
    <dgm:cxn modelId="{2F7D369D-FD30-4BA7-937C-DB9CEDB64F9B}" type="presOf" srcId="{A086CF87-780E-45E2-8EB6-C7490A9742C4}" destId="{AB2AF201-DFAA-4929-B258-4BC3E5701F81}" srcOrd="0" destOrd="0" presId="urn:microsoft.com/office/officeart/2009/3/layout/HorizontalOrganizationChart"/>
    <dgm:cxn modelId="{46D9CBA9-CBBE-4760-B5B3-73754F109D73}" type="presOf" srcId="{6C7E6101-1D8A-4A11-99CE-2DC975D54CC5}" destId="{4FE374CA-0E48-44A8-988C-F6A1DC410EE7}" srcOrd="1" destOrd="0" presId="urn:microsoft.com/office/officeart/2009/3/layout/HorizontalOrganizationChart"/>
    <dgm:cxn modelId="{B60776B6-6AFB-482E-929F-DE3E6252687B}" type="presOf" srcId="{E5CD3C9D-6EEC-427F-819B-28BEB5161C5F}" destId="{DD31FDE0-E5DB-432A-A95A-CE9437795464}" srcOrd="0" destOrd="0" presId="urn:microsoft.com/office/officeart/2009/3/layout/HorizontalOrganizationChart"/>
    <dgm:cxn modelId="{2E0C04C2-566F-4244-91DF-24AAC870437C}" type="presOf" srcId="{E1DE90D8-2E70-4093-9287-DF2F4BDF85D0}" destId="{4BF5C062-937A-449B-A3D7-6675717253C8}" srcOrd="0" destOrd="0" presId="urn:microsoft.com/office/officeart/2009/3/layout/HorizontalOrganizationChart"/>
    <dgm:cxn modelId="{BF0B59C6-43CD-4892-B6BC-96EC73498A1A}" srcId="{6C7E6101-1D8A-4A11-99CE-2DC975D54CC5}" destId="{075FDEC8-BA1F-4A02-98DE-217C02E0D246}" srcOrd="3" destOrd="0" parTransId="{2C74C4DD-351C-4889-B407-2C8C767B6081}" sibTransId="{CF7FD9F4-B7AD-4417-86D5-C0041C4C1A9B}"/>
    <dgm:cxn modelId="{94BA95D5-8CC9-4133-B291-3249140BFBC4}" srcId="{6C7E6101-1D8A-4A11-99CE-2DC975D54CC5}" destId="{5CD3EBCE-53E2-4288-A16E-442A448AAA95}" srcOrd="1" destOrd="0" parTransId="{5D01D083-F41E-446D-91DE-4A6D3F906828}" sibTransId="{F5DBE09E-8A09-4755-B604-996D79D87AC7}"/>
    <dgm:cxn modelId="{A8D633E0-EC01-4FD7-AA41-E8C9099AABA2}" type="presOf" srcId="{398E6FCA-F352-4EF4-98E5-F80291BBD188}" destId="{C02AB1DA-21F4-4AF1-9DDF-7656564C908F}" srcOrd="0" destOrd="0" presId="urn:microsoft.com/office/officeart/2009/3/layout/HorizontalOrganizationChart"/>
    <dgm:cxn modelId="{403121E6-4F45-4EE5-9A10-46AFC5C8ABF8}" type="presOf" srcId="{96E1B7AB-2A60-4376-854A-5520AFAF3FC8}" destId="{05394199-8E5B-414A-AC18-F1E4B084BAE3}" srcOrd="0" destOrd="0" presId="urn:microsoft.com/office/officeart/2009/3/layout/HorizontalOrganizationChart"/>
    <dgm:cxn modelId="{D015F0FD-ED4E-4958-970B-547634DAB986}" srcId="{6C7E6101-1D8A-4A11-99CE-2DC975D54CC5}" destId="{9C38A155-8220-4391-8507-8AD142E3ED91}" srcOrd="2" destOrd="0" parTransId="{E5CD3C9D-6EEC-427F-819B-28BEB5161C5F}" sibTransId="{9F5A88B3-161C-47D4-A2F4-A9947303A182}"/>
    <dgm:cxn modelId="{001D6D4D-15F5-4B08-B6BA-A266D77F5DFB}" type="presParOf" srcId="{AB2AF201-DFAA-4929-B258-4BC3E5701F81}" destId="{1C75BFF5-A274-42D7-888F-20031A307E15}" srcOrd="0" destOrd="0" presId="urn:microsoft.com/office/officeart/2009/3/layout/HorizontalOrganizationChart"/>
    <dgm:cxn modelId="{D28963E1-4AF7-4C25-AA51-5B0DDBA0BBCD}" type="presParOf" srcId="{1C75BFF5-A274-42D7-888F-20031A307E15}" destId="{192018E8-210B-4A1A-AE38-D7BF45F9ACF3}" srcOrd="0" destOrd="0" presId="urn:microsoft.com/office/officeart/2009/3/layout/HorizontalOrganizationChart"/>
    <dgm:cxn modelId="{7F5B2B1A-9463-4A1C-9A15-CB995DFFEBF5}" type="presParOf" srcId="{192018E8-210B-4A1A-AE38-D7BF45F9ACF3}" destId="{F0BD9606-E8AA-4432-9BB5-5B38EC280D33}" srcOrd="0" destOrd="0" presId="urn:microsoft.com/office/officeart/2009/3/layout/HorizontalOrganizationChart"/>
    <dgm:cxn modelId="{9753698F-99A6-438E-9F17-4238435619B5}" type="presParOf" srcId="{192018E8-210B-4A1A-AE38-D7BF45F9ACF3}" destId="{4FE374CA-0E48-44A8-988C-F6A1DC410EE7}" srcOrd="1" destOrd="0" presId="urn:microsoft.com/office/officeart/2009/3/layout/HorizontalOrganizationChart"/>
    <dgm:cxn modelId="{7240984A-C148-4AD0-9107-3B6E13DB91A1}" type="presParOf" srcId="{1C75BFF5-A274-42D7-888F-20031A307E15}" destId="{BF6AA5C9-53D9-4165-9428-621D63FE0304}" srcOrd="1" destOrd="0" presId="urn:microsoft.com/office/officeart/2009/3/layout/HorizontalOrganizationChart"/>
    <dgm:cxn modelId="{181D0738-249B-4619-9BDB-FD520C9E873A}" type="presParOf" srcId="{1C75BFF5-A274-42D7-888F-20031A307E15}" destId="{1E41AC8B-F965-408F-83A0-542BBD28F220}" srcOrd="2" destOrd="0" presId="urn:microsoft.com/office/officeart/2009/3/layout/HorizontalOrganizationChart"/>
    <dgm:cxn modelId="{746596E8-A557-4A04-B0EF-7F7071828558}" type="presParOf" srcId="{1E41AC8B-F965-408F-83A0-542BBD28F220}" destId="{1E4D473F-F845-417C-9B2D-BB9179BC8508}" srcOrd="0" destOrd="0" presId="urn:microsoft.com/office/officeart/2009/3/layout/HorizontalOrganizationChart"/>
    <dgm:cxn modelId="{2FDAA115-BB8B-47DA-A698-90AAEE34B57D}" type="presParOf" srcId="{1E41AC8B-F965-408F-83A0-542BBD28F220}" destId="{D7FF5DEF-4201-474F-AA6F-2003912027F7}" srcOrd="1" destOrd="0" presId="urn:microsoft.com/office/officeart/2009/3/layout/HorizontalOrganizationChart"/>
    <dgm:cxn modelId="{0E6BB343-8094-4C38-8CAC-D8B852F38274}" type="presParOf" srcId="{D7FF5DEF-4201-474F-AA6F-2003912027F7}" destId="{1996620E-722F-47A7-B9B8-327CC81D4D38}" srcOrd="0" destOrd="0" presId="urn:microsoft.com/office/officeart/2009/3/layout/HorizontalOrganizationChart"/>
    <dgm:cxn modelId="{545D4E42-B49D-45D4-A0B0-703093468305}" type="presParOf" srcId="{1996620E-722F-47A7-B9B8-327CC81D4D38}" destId="{C02AB1DA-21F4-4AF1-9DDF-7656564C908F}" srcOrd="0" destOrd="0" presId="urn:microsoft.com/office/officeart/2009/3/layout/HorizontalOrganizationChart"/>
    <dgm:cxn modelId="{4EDE3481-7EA6-4794-A073-A50599ED4D17}" type="presParOf" srcId="{1996620E-722F-47A7-B9B8-327CC81D4D38}" destId="{DFCDB5E4-D875-427B-A59A-70E6726FDFBA}" srcOrd="1" destOrd="0" presId="urn:microsoft.com/office/officeart/2009/3/layout/HorizontalOrganizationChart"/>
    <dgm:cxn modelId="{9CC225DF-2180-4869-B963-FBBAD7B3DC6C}" type="presParOf" srcId="{D7FF5DEF-4201-474F-AA6F-2003912027F7}" destId="{CC5230D0-EFDB-4AE8-A49B-11185ED61B62}" srcOrd="1" destOrd="0" presId="urn:microsoft.com/office/officeart/2009/3/layout/HorizontalOrganizationChart"/>
    <dgm:cxn modelId="{BB512D44-F6FB-4B55-BE07-5DED44497101}" type="presParOf" srcId="{D7FF5DEF-4201-474F-AA6F-2003912027F7}" destId="{C8400171-71AC-4A1D-94AA-10FAA3FFA202}" srcOrd="2" destOrd="0" presId="urn:microsoft.com/office/officeart/2009/3/layout/HorizontalOrganizationChart"/>
    <dgm:cxn modelId="{421D40F6-F7A6-40DF-B799-342C9C5C7CE9}" type="presParOf" srcId="{1E41AC8B-F965-408F-83A0-542BBD28F220}" destId="{DEBC41F0-2225-4F49-8515-26465A19EC36}" srcOrd="2" destOrd="0" presId="urn:microsoft.com/office/officeart/2009/3/layout/HorizontalOrganizationChart"/>
    <dgm:cxn modelId="{E99D40FC-B9D7-4798-9961-052CE0C7B673}" type="presParOf" srcId="{1E41AC8B-F965-408F-83A0-542BBD28F220}" destId="{A9658E94-5AE2-41C9-ACA4-4F212F145EE1}" srcOrd="3" destOrd="0" presId="urn:microsoft.com/office/officeart/2009/3/layout/HorizontalOrganizationChart"/>
    <dgm:cxn modelId="{9BC7CD71-BC9A-486E-8082-3E80F02BE947}" type="presParOf" srcId="{A9658E94-5AE2-41C9-ACA4-4F212F145EE1}" destId="{437C5721-7546-41A7-9E71-48F5A9BE2C8C}" srcOrd="0" destOrd="0" presId="urn:microsoft.com/office/officeart/2009/3/layout/HorizontalOrganizationChart"/>
    <dgm:cxn modelId="{93B0E5E0-9CEB-42DB-BE0F-A189A5D5DB72}" type="presParOf" srcId="{437C5721-7546-41A7-9E71-48F5A9BE2C8C}" destId="{02EB66B4-8C2D-47F6-91DB-47143FFEB6FA}" srcOrd="0" destOrd="0" presId="urn:microsoft.com/office/officeart/2009/3/layout/HorizontalOrganizationChart"/>
    <dgm:cxn modelId="{4C31DCE8-B2B8-4ACE-91D4-E9DA866A2280}" type="presParOf" srcId="{437C5721-7546-41A7-9E71-48F5A9BE2C8C}" destId="{98955F51-E4DE-4EE0-87F6-B86D83D58DE4}" srcOrd="1" destOrd="0" presId="urn:microsoft.com/office/officeart/2009/3/layout/HorizontalOrganizationChart"/>
    <dgm:cxn modelId="{F502D38F-C05B-4F0E-8183-070CF846E500}" type="presParOf" srcId="{A9658E94-5AE2-41C9-ACA4-4F212F145EE1}" destId="{2998B3EA-5E9E-44E0-9F6A-BFFF1DE38AF3}" srcOrd="1" destOrd="0" presId="urn:microsoft.com/office/officeart/2009/3/layout/HorizontalOrganizationChart"/>
    <dgm:cxn modelId="{F56C34D5-7068-4577-91E0-7BD4E68CA09E}" type="presParOf" srcId="{A9658E94-5AE2-41C9-ACA4-4F212F145EE1}" destId="{1D01D86C-45BA-4C38-B3E2-79DA5646BCD2}" srcOrd="2" destOrd="0" presId="urn:microsoft.com/office/officeart/2009/3/layout/HorizontalOrganizationChart"/>
    <dgm:cxn modelId="{3805C517-3401-4765-8394-23AF9B901A42}" type="presParOf" srcId="{1E41AC8B-F965-408F-83A0-542BBD28F220}" destId="{DD31FDE0-E5DB-432A-A95A-CE9437795464}" srcOrd="4" destOrd="0" presId="urn:microsoft.com/office/officeart/2009/3/layout/HorizontalOrganizationChart"/>
    <dgm:cxn modelId="{76596395-7C5D-476A-8702-3EFA3385A110}" type="presParOf" srcId="{1E41AC8B-F965-408F-83A0-542BBD28F220}" destId="{063C181B-2F0D-4789-AA5B-14DC545A70EC}" srcOrd="5" destOrd="0" presId="urn:microsoft.com/office/officeart/2009/3/layout/HorizontalOrganizationChart"/>
    <dgm:cxn modelId="{BC7D7A61-1B6C-4779-A097-F2E0D1465E07}" type="presParOf" srcId="{063C181B-2F0D-4789-AA5B-14DC545A70EC}" destId="{EC5340DE-C88A-40B4-8C03-2C15D421A886}" srcOrd="0" destOrd="0" presId="urn:microsoft.com/office/officeart/2009/3/layout/HorizontalOrganizationChart"/>
    <dgm:cxn modelId="{2C75F244-1B1B-41DA-9153-460431D911F3}" type="presParOf" srcId="{EC5340DE-C88A-40B4-8C03-2C15D421A886}" destId="{768C8FA9-C00E-4B72-BDDD-610B415098E1}" srcOrd="0" destOrd="0" presId="urn:microsoft.com/office/officeart/2009/3/layout/HorizontalOrganizationChart"/>
    <dgm:cxn modelId="{74E688D4-86FF-407C-B07C-CF165A3B3CDF}" type="presParOf" srcId="{EC5340DE-C88A-40B4-8C03-2C15D421A886}" destId="{89E6F398-77ED-4A8E-B2E2-10E77A56FCB9}" srcOrd="1" destOrd="0" presId="urn:microsoft.com/office/officeart/2009/3/layout/HorizontalOrganizationChart"/>
    <dgm:cxn modelId="{92573576-2B17-4316-9923-8B354502C944}" type="presParOf" srcId="{063C181B-2F0D-4789-AA5B-14DC545A70EC}" destId="{0FB20CB7-B587-4A43-8CD7-0DD873ECADDE}" srcOrd="1" destOrd="0" presId="urn:microsoft.com/office/officeart/2009/3/layout/HorizontalOrganizationChart"/>
    <dgm:cxn modelId="{C75D244A-BF47-452B-A10E-7A602FA1FCB7}" type="presParOf" srcId="{063C181B-2F0D-4789-AA5B-14DC545A70EC}" destId="{1F14121B-F19D-4CDC-A72C-5E56C686130F}" srcOrd="2" destOrd="0" presId="urn:microsoft.com/office/officeart/2009/3/layout/HorizontalOrganizationChart"/>
    <dgm:cxn modelId="{F6F032B9-D94D-4218-8739-6064369EDFA4}" type="presParOf" srcId="{1E41AC8B-F965-408F-83A0-542BBD28F220}" destId="{DEFDE521-CCAD-49DA-8035-1FD5ED450A63}" srcOrd="6" destOrd="0" presId="urn:microsoft.com/office/officeart/2009/3/layout/HorizontalOrganizationChart"/>
    <dgm:cxn modelId="{60F4927D-FFF7-491A-ABDD-F5C37BB93C3D}" type="presParOf" srcId="{1E41AC8B-F965-408F-83A0-542BBD28F220}" destId="{C91B615A-C076-4D4E-84EC-C71604359296}" srcOrd="7" destOrd="0" presId="urn:microsoft.com/office/officeart/2009/3/layout/HorizontalOrganizationChart"/>
    <dgm:cxn modelId="{255528E8-315D-45C0-9A6D-6BDCBDDD158E}" type="presParOf" srcId="{C91B615A-C076-4D4E-84EC-C71604359296}" destId="{281E84A1-223B-49E6-A45D-B98179A19EBC}" srcOrd="0" destOrd="0" presId="urn:microsoft.com/office/officeart/2009/3/layout/HorizontalOrganizationChart"/>
    <dgm:cxn modelId="{44A540F3-5CCC-4955-925A-CCC96741BE95}" type="presParOf" srcId="{281E84A1-223B-49E6-A45D-B98179A19EBC}" destId="{76BA85B4-363A-46A8-9718-0F0657146B55}" srcOrd="0" destOrd="0" presId="urn:microsoft.com/office/officeart/2009/3/layout/HorizontalOrganizationChart"/>
    <dgm:cxn modelId="{BD35F613-5173-4CC6-8D78-1389B971B8B1}" type="presParOf" srcId="{281E84A1-223B-49E6-A45D-B98179A19EBC}" destId="{847E5611-C516-4712-9EBF-1C5DB54331D6}" srcOrd="1" destOrd="0" presId="urn:microsoft.com/office/officeart/2009/3/layout/HorizontalOrganizationChart"/>
    <dgm:cxn modelId="{D5D8ACCD-A219-439E-93B9-1D109EEA7EB3}" type="presParOf" srcId="{C91B615A-C076-4D4E-84EC-C71604359296}" destId="{B60C08C7-C051-422A-B5CC-7D02B2592F30}" srcOrd="1" destOrd="0" presId="urn:microsoft.com/office/officeart/2009/3/layout/HorizontalOrganizationChart"/>
    <dgm:cxn modelId="{516E42AB-A0BC-4E25-90C7-83AAA604DBEE}" type="presParOf" srcId="{C91B615A-C076-4D4E-84EC-C71604359296}" destId="{A272827D-6A38-4081-BBFB-9976B7604AA7}" srcOrd="2" destOrd="0" presId="urn:microsoft.com/office/officeart/2009/3/layout/HorizontalOrganizationChart"/>
    <dgm:cxn modelId="{9863F5EB-8A5A-41F0-B863-18ECCA4BF663}" type="presParOf" srcId="{1E41AC8B-F965-408F-83A0-542BBD28F220}" destId="{4BF5C062-937A-449B-A3D7-6675717253C8}" srcOrd="8" destOrd="0" presId="urn:microsoft.com/office/officeart/2009/3/layout/HorizontalOrganizationChart"/>
    <dgm:cxn modelId="{22EDBAF7-FCAF-4E19-97B4-EF7F76E07FEC}" type="presParOf" srcId="{1E41AC8B-F965-408F-83A0-542BBD28F220}" destId="{0E737D31-A486-478B-B6B2-2A190352A506}" srcOrd="9" destOrd="0" presId="urn:microsoft.com/office/officeart/2009/3/layout/HorizontalOrganizationChart"/>
    <dgm:cxn modelId="{4E26FC50-B526-4F03-86F9-851C87F0AAE0}" type="presParOf" srcId="{0E737D31-A486-478B-B6B2-2A190352A506}" destId="{487D1157-0BF2-469C-A15F-3035257DCD53}" srcOrd="0" destOrd="0" presId="urn:microsoft.com/office/officeart/2009/3/layout/HorizontalOrganizationChart"/>
    <dgm:cxn modelId="{D2406850-E6C0-447E-BD7C-2E97E8E10B9B}" type="presParOf" srcId="{487D1157-0BF2-469C-A15F-3035257DCD53}" destId="{05394199-8E5B-414A-AC18-F1E4B084BAE3}" srcOrd="0" destOrd="0" presId="urn:microsoft.com/office/officeart/2009/3/layout/HorizontalOrganizationChart"/>
    <dgm:cxn modelId="{213BD11C-95F5-4CE2-BF8D-1F702419A27A}" type="presParOf" srcId="{487D1157-0BF2-469C-A15F-3035257DCD53}" destId="{E44E73D5-416E-4EFE-914A-6CAA29A20F68}" srcOrd="1" destOrd="0" presId="urn:microsoft.com/office/officeart/2009/3/layout/HorizontalOrganizationChart"/>
    <dgm:cxn modelId="{D28DCB28-9E9C-4D3A-A5F4-70F6338534AC}" type="presParOf" srcId="{0E737D31-A486-478B-B6B2-2A190352A506}" destId="{133F1DD6-25B5-4690-BDE7-77789D242E62}" srcOrd="1" destOrd="0" presId="urn:microsoft.com/office/officeart/2009/3/layout/HorizontalOrganizationChart"/>
    <dgm:cxn modelId="{51850256-30BA-4E0B-8595-CB6E996CFA8A}" type="presParOf" srcId="{0E737D31-A486-478B-B6B2-2A190352A506}" destId="{BA896FFF-9E34-4AB6-B402-FD413E77D1C5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2CCA04-A5D6-4424-8D55-022453124276}">
      <dsp:nvSpPr>
        <dsp:cNvPr id="0" name=""/>
        <dsp:cNvSpPr/>
      </dsp:nvSpPr>
      <dsp:spPr>
        <a:xfrm>
          <a:off x="3336218" y="1280075"/>
          <a:ext cx="727781" cy="1771228"/>
        </a:xfrm>
        <a:custGeom>
          <a:avLst/>
          <a:gdLst/>
          <a:ahLst/>
          <a:cxnLst/>
          <a:rect l="0" t="0" r="0" b="0"/>
          <a:pathLst>
            <a:path>
              <a:moveTo>
                <a:pt x="727781" y="0"/>
              </a:moveTo>
              <a:lnTo>
                <a:pt x="727781" y="1771228"/>
              </a:lnTo>
              <a:lnTo>
                <a:pt x="0" y="1771228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9FF64A-2DBA-4405-B114-265040D5FE4B}">
      <dsp:nvSpPr>
        <dsp:cNvPr id="0" name=""/>
        <dsp:cNvSpPr/>
      </dsp:nvSpPr>
      <dsp:spPr>
        <a:xfrm>
          <a:off x="4063999" y="1280075"/>
          <a:ext cx="727781" cy="5261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6107"/>
              </a:lnTo>
              <a:lnTo>
                <a:pt x="727781" y="526107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4DA2FA-DAE4-4B18-8985-3BFC301A7299}">
      <dsp:nvSpPr>
        <dsp:cNvPr id="0" name=""/>
        <dsp:cNvSpPr/>
      </dsp:nvSpPr>
      <dsp:spPr>
        <a:xfrm>
          <a:off x="3336218" y="1280075"/>
          <a:ext cx="727781" cy="526107"/>
        </a:xfrm>
        <a:custGeom>
          <a:avLst/>
          <a:gdLst/>
          <a:ahLst/>
          <a:cxnLst/>
          <a:rect l="0" t="0" r="0" b="0"/>
          <a:pathLst>
            <a:path>
              <a:moveTo>
                <a:pt x="727781" y="0"/>
              </a:moveTo>
              <a:lnTo>
                <a:pt x="727781" y="526107"/>
              </a:lnTo>
              <a:lnTo>
                <a:pt x="0" y="526107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E19225-6B65-4CA6-9B0B-0B51F92F4ABF}">
      <dsp:nvSpPr>
        <dsp:cNvPr id="0" name=""/>
        <dsp:cNvSpPr/>
      </dsp:nvSpPr>
      <dsp:spPr>
        <a:xfrm>
          <a:off x="4063999" y="1280075"/>
          <a:ext cx="3182949" cy="28585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74379"/>
              </a:lnTo>
              <a:lnTo>
                <a:pt x="3182949" y="2674379"/>
              </a:lnTo>
              <a:lnTo>
                <a:pt x="3182949" y="2858516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43F758-D2A8-4963-900F-BABCD06AA784}">
      <dsp:nvSpPr>
        <dsp:cNvPr id="0" name=""/>
        <dsp:cNvSpPr/>
      </dsp:nvSpPr>
      <dsp:spPr>
        <a:xfrm>
          <a:off x="4063999" y="1280075"/>
          <a:ext cx="1060983" cy="28585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74379"/>
              </a:lnTo>
              <a:lnTo>
                <a:pt x="1060983" y="2674379"/>
              </a:lnTo>
              <a:lnTo>
                <a:pt x="1060983" y="2858516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0C1FB3-58C7-4191-B528-0186306067C0}">
      <dsp:nvSpPr>
        <dsp:cNvPr id="0" name=""/>
        <dsp:cNvSpPr/>
      </dsp:nvSpPr>
      <dsp:spPr>
        <a:xfrm>
          <a:off x="3003016" y="1280075"/>
          <a:ext cx="1060983" cy="2858516"/>
        </a:xfrm>
        <a:custGeom>
          <a:avLst/>
          <a:gdLst/>
          <a:ahLst/>
          <a:cxnLst/>
          <a:rect l="0" t="0" r="0" b="0"/>
          <a:pathLst>
            <a:path>
              <a:moveTo>
                <a:pt x="1060983" y="0"/>
              </a:moveTo>
              <a:lnTo>
                <a:pt x="1060983" y="2674379"/>
              </a:lnTo>
              <a:lnTo>
                <a:pt x="0" y="2674379"/>
              </a:lnTo>
              <a:lnTo>
                <a:pt x="0" y="2858516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FC6A33-33CD-481E-991F-5260B4C0BAA6}">
      <dsp:nvSpPr>
        <dsp:cNvPr id="0" name=""/>
        <dsp:cNvSpPr/>
      </dsp:nvSpPr>
      <dsp:spPr>
        <a:xfrm>
          <a:off x="881050" y="1280075"/>
          <a:ext cx="3182949" cy="2858516"/>
        </a:xfrm>
        <a:custGeom>
          <a:avLst/>
          <a:gdLst/>
          <a:ahLst/>
          <a:cxnLst/>
          <a:rect l="0" t="0" r="0" b="0"/>
          <a:pathLst>
            <a:path>
              <a:moveTo>
                <a:pt x="3182949" y="0"/>
              </a:moveTo>
              <a:lnTo>
                <a:pt x="3182949" y="2674379"/>
              </a:lnTo>
              <a:lnTo>
                <a:pt x="0" y="2674379"/>
              </a:lnTo>
              <a:lnTo>
                <a:pt x="0" y="2858516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084E64-E879-4757-8686-D8935E42801C}">
      <dsp:nvSpPr>
        <dsp:cNvPr id="0" name=""/>
        <dsp:cNvSpPr/>
      </dsp:nvSpPr>
      <dsp:spPr>
        <a:xfrm>
          <a:off x="3625577" y="403229"/>
          <a:ext cx="876845" cy="876845"/>
        </a:xfrm>
        <a:prstGeom prst="arc">
          <a:avLst>
            <a:gd name="adj1" fmla="val 13200000"/>
            <a:gd name="adj2" fmla="val 19200000"/>
          </a:avLst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AFFB6A-923E-400E-B206-9610179C5CF3}">
      <dsp:nvSpPr>
        <dsp:cNvPr id="0" name=""/>
        <dsp:cNvSpPr/>
      </dsp:nvSpPr>
      <dsp:spPr>
        <a:xfrm>
          <a:off x="3625577" y="403229"/>
          <a:ext cx="876845" cy="876845"/>
        </a:xfrm>
        <a:prstGeom prst="arc">
          <a:avLst>
            <a:gd name="adj1" fmla="val 2400000"/>
            <a:gd name="adj2" fmla="val 8400000"/>
          </a:avLst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FF4C07-058E-4E10-83F3-7C5AC10F19D8}">
      <dsp:nvSpPr>
        <dsp:cNvPr id="0" name=""/>
        <dsp:cNvSpPr/>
      </dsp:nvSpPr>
      <dsp:spPr>
        <a:xfrm>
          <a:off x="3187154" y="561061"/>
          <a:ext cx="1753691" cy="561181"/>
        </a:xfrm>
        <a:prstGeom prst="rect">
          <a:avLst/>
        </a:prstGeom>
        <a:noFill/>
        <a:ln w="1079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/>
            <a:t>CONVOLUTIONAL NEURAL NETWORK</a:t>
          </a:r>
        </a:p>
      </dsp:txBody>
      <dsp:txXfrm>
        <a:off x="3187154" y="561061"/>
        <a:ext cx="1753691" cy="561181"/>
      </dsp:txXfrm>
    </dsp:sp>
    <dsp:sp modelId="{A6B2332B-9850-4C86-8471-EC025C0BC78B}">
      <dsp:nvSpPr>
        <dsp:cNvPr id="0" name=""/>
        <dsp:cNvSpPr/>
      </dsp:nvSpPr>
      <dsp:spPr>
        <a:xfrm>
          <a:off x="442627" y="4138591"/>
          <a:ext cx="876845" cy="876845"/>
        </a:xfrm>
        <a:prstGeom prst="arc">
          <a:avLst>
            <a:gd name="adj1" fmla="val 13200000"/>
            <a:gd name="adj2" fmla="val 19200000"/>
          </a:avLst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869CA1-3053-4FAB-9680-33117266D623}">
      <dsp:nvSpPr>
        <dsp:cNvPr id="0" name=""/>
        <dsp:cNvSpPr/>
      </dsp:nvSpPr>
      <dsp:spPr>
        <a:xfrm>
          <a:off x="442627" y="4138591"/>
          <a:ext cx="876845" cy="876845"/>
        </a:xfrm>
        <a:prstGeom prst="arc">
          <a:avLst>
            <a:gd name="adj1" fmla="val 2400000"/>
            <a:gd name="adj2" fmla="val 8400000"/>
          </a:avLst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A4B341-FD38-4859-B943-1B530C3DA042}">
      <dsp:nvSpPr>
        <dsp:cNvPr id="0" name=""/>
        <dsp:cNvSpPr/>
      </dsp:nvSpPr>
      <dsp:spPr>
        <a:xfrm>
          <a:off x="4204" y="4296424"/>
          <a:ext cx="1753691" cy="561181"/>
        </a:xfrm>
        <a:prstGeom prst="rect">
          <a:avLst/>
        </a:prstGeom>
        <a:noFill/>
        <a:ln w="1079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KERNEL </a:t>
          </a:r>
          <a:r>
            <a:rPr lang="en-IN" sz="1500" kern="1200" dirty="0">
              <a:sym typeface="Wingdings" panose="05000000000000000000" pitchFamily="2" charset="2"/>
            </a:rPr>
            <a:t> FEATURE MAP</a:t>
          </a:r>
          <a:endParaRPr lang="en-IN" sz="1500" kern="1200" dirty="0"/>
        </a:p>
      </dsp:txBody>
      <dsp:txXfrm>
        <a:off x="4204" y="4296424"/>
        <a:ext cx="1753691" cy="561181"/>
      </dsp:txXfrm>
    </dsp:sp>
    <dsp:sp modelId="{16260DA2-F1A3-4E20-9727-82D63A4B7CDC}">
      <dsp:nvSpPr>
        <dsp:cNvPr id="0" name=""/>
        <dsp:cNvSpPr/>
      </dsp:nvSpPr>
      <dsp:spPr>
        <a:xfrm>
          <a:off x="2564593" y="4138591"/>
          <a:ext cx="876845" cy="876845"/>
        </a:xfrm>
        <a:prstGeom prst="arc">
          <a:avLst>
            <a:gd name="adj1" fmla="val 13200000"/>
            <a:gd name="adj2" fmla="val 19200000"/>
          </a:avLst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DEEC33-73ED-4977-BE00-454C33536D4F}">
      <dsp:nvSpPr>
        <dsp:cNvPr id="0" name=""/>
        <dsp:cNvSpPr/>
      </dsp:nvSpPr>
      <dsp:spPr>
        <a:xfrm>
          <a:off x="2564593" y="4138591"/>
          <a:ext cx="876845" cy="876845"/>
        </a:xfrm>
        <a:prstGeom prst="arc">
          <a:avLst>
            <a:gd name="adj1" fmla="val 2400000"/>
            <a:gd name="adj2" fmla="val 8400000"/>
          </a:avLst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374AFE-90C3-469E-9A67-1B9AA1286F7D}">
      <dsp:nvSpPr>
        <dsp:cNvPr id="0" name=""/>
        <dsp:cNvSpPr/>
      </dsp:nvSpPr>
      <dsp:spPr>
        <a:xfrm>
          <a:off x="2126170" y="4296424"/>
          <a:ext cx="1753691" cy="561181"/>
        </a:xfrm>
        <a:prstGeom prst="rect">
          <a:avLst/>
        </a:prstGeom>
        <a:noFill/>
        <a:ln w="1079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STRIDE</a:t>
          </a:r>
        </a:p>
      </dsp:txBody>
      <dsp:txXfrm>
        <a:off x="2126170" y="4296424"/>
        <a:ext cx="1753691" cy="561181"/>
      </dsp:txXfrm>
    </dsp:sp>
    <dsp:sp modelId="{44BB41F8-1429-4244-9303-EB8DE4403299}">
      <dsp:nvSpPr>
        <dsp:cNvPr id="0" name=""/>
        <dsp:cNvSpPr/>
      </dsp:nvSpPr>
      <dsp:spPr>
        <a:xfrm>
          <a:off x="4686560" y="4138591"/>
          <a:ext cx="876845" cy="876845"/>
        </a:xfrm>
        <a:prstGeom prst="arc">
          <a:avLst>
            <a:gd name="adj1" fmla="val 13200000"/>
            <a:gd name="adj2" fmla="val 19200000"/>
          </a:avLst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330168-67D0-418F-B71E-A21233477A36}">
      <dsp:nvSpPr>
        <dsp:cNvPr id="0" name=""/>
        <dsp:cNvSpPr/>
      </dsp:nvSpPr>
      <dsp:spPr>
        <a:xfrm>
          <a:off x="4686560" y="4138591"/>
          <a:ext cx="876845" cy="876845"/>
        </a:xfrm>
        <a:prstGeom prst="arc">
          <a:avLst>
            <a:gd name="adj1" fmla="val 2400000"/>
            <a:gd name="adj2" fmla="val 8400000"/>
          </a:avLst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133AE5-82CB-49F9-A3D0-8117E9AA95BE}">
      <dsp:nvSpPr>
        <dsp:cNvPr id="0" name=""/>
        <dsp:cNvSpPr/>
      </dsp:nvSpPr>
      <dsp:spPr>
        <a:xfrm>
          <a:off x="4248137" y="4296424"/>
          <a:ext cx="1753691" cy="561181"/>
        </a:xfrm>
        <a:prstGeom prst="rect">
          <a:avLst/>
        </a:prstGeom>
        <a:noFill/>
        <a:ln w="1079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PADDING</a:t>
          </a:r>
        </a:p>
      </dsp:txBody>
      <dsp:txXfrm>
        <a:off x="4248137" y="4296424"/>
        <a:ext cx="1753691" cy="561181"/>
      </dsp:txXfrm>
    </dsp:sp>
    <dsp:sp modelId="{ADCB8302-8172-4F5F-8B8A-3F3F578B4E26}">
      <dsp:nvSpPr>
        <dsp:cNvPr id="0" name=""/>
        <dsp:cNvSpPr/>
      </dsp:nvSpPr>
      <dsp:spPr>
        <a:xfrm>
          <a:off x="6808527" y="4138591"/>
          <a:ext cx="876845" cy="876845"/>
        </a:xfrm>
        <a:prstGeom prst="arc">
          <a:avLst>
            <a:gd name="adj1" fmla="val 13200000"/>
            <a:gd name="adj2" fmla="val 19200000"/>
          </a:avLst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CA4FF4-3787-4E7B-A311-C0530BBE4B18}">
      <dsp:nvSpPr>
        <dsp:cNvPr id="0" name=""/>
        <dsp:cNvSpPr/>
      </dsp:nvSpPr>
      <dsp:spPr>
        <a:xfrm>
          <a:off x="6808527" y="4138591"/>
          <a:ext cx="876845" cy="876845"/>
        </a:xfrm>
        <a:prstGeom prst="arc">
          <a:avLst>
            <a:gd name="adj1" fmla="val 2400000"/>
            <a:gd name="adj2" fmla="val 8400000"/>
          </a:avLst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A3D335-6AF4-47DB-A99E-3056CE6E0AAB}">
      <dsp:nvSpPr>
        <dsp:cNvPr id="0" name=""/>
        <dsp:cNvSpPr/>
      </dsp:nvSpPr>
      <dsp:spPr>
        <a:xfrm>
          <a:off x="6370104" y="4296424"/>
          <a:ext cx="1753691" cy="561181"/>
        </a:xfrm>
        <a:prstGeom prst="rect">
          <a:avLst/>
        </a:prstGeom>
        <a:noFill/>
        <a:ln w="1079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DIMENSIONALITY</a:t>
          </a:r>
        </a:p>
      </dsp:txBody>
      <dsp:txXfrm>
        <a:off x="6370104" y="4296424"/>
        <a:ext cx="1753691" cy="561181"/>
      </dsp:txXfrm>
    </dsp:sp>
    <dsp:sp modelId="{FA332565-96CA-492F-9CC5-DD7BB052889D}">
      <dsp:nvSpPr>
        <dsp:cNvPr id="0" name=""/>
        <dsp:cNvSpPr/>
      </dsp:nvSpPr>
      <dsp:spPr>
        <a:xfrm>
          <a:off x="2564593" y="1648350"/>
          <a:ext cx="876845" cy="876845"/>
        </a:xfrm>
        <a:prstGeom prst="arc">
          <a:avLst>
            <a:gd name="adj1" fmla="val 13200000"/>
            <a:gd name="adj2" fmla="val 19200000"/>
          </a:avLst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1C1155-CC7B-492B-9B73-A4CF50B3208C}">
      <dsp:nvSpPr>
        <dsp:cNvPr id="0" name=""/>
        <dsp:cNvSpPr/>
      </dsp:nvSpPr>
      <dsp:spPr>
        <a:xfrm>
          <a:off x="2564593" y="1648350"/>
          <a:ext cx="876845" cy="876845"/>
        </a:xfrm>
        <a:prstGeom prst="arc">
          <a:avLst>
            <a:gd name="adj1" fmla="val 2400000"/>
            <a:gd name="adj2" fmla="val 8400000"/>
          </a:avLst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D5B753-85DC-45B5-95F3-CD995C5032CA}">
      <dsp:nvSpPr>
        <dsp:cNvPr id="0" name=""/>
        <dsp:cNvSpPr/>
      </dsp:nvSpPr>
      <dsp:spPr>
        <a:xfrm>
          <a:off x="2126170" y="1806182"/>
          <a:ext cx="1753691" cy="561181"/>
        </a:xfrm>
        <a:prstGeom prst="rect">
          <a:avLst/>
        </a:prstGeom>
        <a:noFill/>
        <a:ln w="1079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POOLING</a:t>
          </a:r>
        </a:p>
      </dsp:txBody>
      <dsp:txXfrm>
        <a:off x="2126170" y="1806182"/>
        <a:ext cx="1753691" cy="561181"/>
      </dsp:txXfrm>
    </dsp:sp>
    <dsp:sp modelId="{66644E85-E530-40D9-941D-86443BCA6960}">
      <dsp:nvSpPr>
        <dsp:cNvPr id="0" name=""/>
        <dsp:cNvSpPr/>
      </dsp:nvSpPr>
      <dsp:spPr>
        <a:xfrm>
          <a:off x="4686560" y="1648350"/>
          <a:ext cx="876845" cy="876845"/>
        </a:xfrm>
        <a:prstGeom prst="arc">
          <a:avLst>
            <a:gd name="adj1" fmla="val 13200000"/>
            <a:gd name="adj2" fmla="val 19200000"/>
          </a:avLst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8398F5-D661-444A-8982-E2F1BF1429DB}">
      <dsp:nvSpPr>
        <dsp:cNvPr id="0" name=""/>
        <dsp:cNvSpPr/>
      </dsp:nvSpPr>
      <dsp:spPr>
        <a:xfrm>
          <a:off x="4686560" y="1648350"/>
          <a:ext cx="876845" cy="876845"/>
        </a:xfrm>
        <a:prstGeom prst="arc">
          <a:avLst>
            <a:gd name="adj1" fmla="val 2400000"/>
            <a:gd name="adj2" fmla="val 8400000"/>
          </a:avLst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93640D-BD19-4CBB-9339-4E5862C91EEA}">
      <dsp:nvSpPr>
        <dsp:cNvPr id="0" name=""/>
        <dsp:cNvSpPr/>
      </dsp:nvSpPr>
      <dsp:spPr>
        <a:xfrm>
          <a:off x="4248137" y="1806182"/>
          <a:ext cx="1753691" cy="561181"/>
        </a:xfrm>
        <a:prstGeom prst="rect">
          <a:avLst/>
        </a:prstGeom>
        <a:noFill/>
        <a:ln w="1079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CONVOLUTION</a:t>
          </a:r>
          <a:endParaRPr lang="en-IN" sz="1500" kern="1200" dirty="0"/>
        </a:p>
      </dsp:txBody>
      <dsp:txXfrm>
        <a:off x="4248137" y="1806182"/>
        <a:ext cx="1753691" cy="561181"/>
      </dsp:txXfrm>
    </dsp:sp>
    <dsp:sp modelId="{D86AF3A9-EF0C-4929-9950-4EC06FC59918}">
      <dsp:nvSpPr>
        <dsp:cNvPr id="0" name=""/>
        <dsp:cNvSpPr/>
      </dsp:nvSpPr>
      <dsp:spPr>
        <a:xfrm>
          <a:off x="2564593" y="2893471"/>
          <a:ext cx="876845" cy="876845"/>
        </a:xfrm>
        <a:prstGeom prst="arc">
          <a:avLst>
            <a:gd name="adj1" fmla="val 13200000"/>
            <a:gd name="adj2" fmla="val 19200000"/>
          </a:avLst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6BA444-500F-479D-9954-E442876DFA51}">
      <dsp:nvSpPr>
        <dsp:cNvPr id="0" name=""/>
        <dsp:cNvSpPr/>
      </dsp:nvSpPr>
      <dsp:spPr>
        <a:xfrm>
          <a:off x="2564593" y="2893471"/>
          <a:ext cx="876845" cy="876845"/>
        </a:xfrm>
        <a:prstGeom prst="arc">
          <a:avLst>
            <a:gd name="adj1" fmla="val 2400000"/>
            <a:gd name="adj2" fmla="val 8400000"/>
          </a:avLst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EE3F08-44F7-48A9-AC4C-CB8EEC54A3BF}">
      <dsp:nvSpPr>
        <dsp:cNvPr id="0" name=""/>
        <dsp:cNvSpPr/>
      </dsp:nvSpPr>
      <dsp:spPr>
        <a:xfrm>
          <a:off x="2126170" y="3051303"/>
          <a:ext cx="1753691" cy="561181"/>
        </a:xfrm>
        <a:prstGeom prst="rect">
          <a:avLst/>
        </a:prstGeom>
        <a:noFill/>
        <a:ln w="1079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MOTIVATION</a:t>
          </a:r>
          <a:endParaRPr lang="en-IN" sz="1500" kern="1200" dirty="0"/>
        </a:p>
      </dsp:txBody>
      <dsp:txXfrm>
        <a:off x="2126170" y="3051303"/>
        <a:ext cx="1753691" cy="5611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F5C062-937A-449B-A3D7-6675717253C8}">
      <dsp:nvSpPr>
        <dsp:cNvPr id="0" name=""/>
        <dsp:cNvSpPr/>
      </dsp:nvSpPr>
      <dsp:spPr>
        <a:xfrm>
          <a:off x="1644848" y="2457946"/>
          <a:ext cx="4847034" cy="102691"/>
        </a:xfrm>
        <a:custGeom>
          <a:avLst/>
          <a:gdLst/>
          <a:ahLst/>
          <a:cxnLst/>
          <a:rect l="0" t="0" r="0" b="0"/>
          <a:pathLst>
            <a:path>
              <a:moveTo>
                <a:pt x="0" y="102691"/>
              </a:moveTo>
              <a:lnTo>
                <a:pt x="4847034" y="102691"/>
              </a:lnTo>
              <a:lnTo>
                <a:pt x="4847034" y="0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FDE521-CCAD-49DA-8035-1FD5ED450A63}">
      <dsp:nvSpPr>
        <dsp:cNvPr id="0" name=""/>
        <dsp:cNvSpPr/>
      </dsp:nvSpPr>
      <dsp:spPr>
        <a:xfrm>
          <a:off x="1644848" y="2560637"/>
          <a:ext cx="2998589" cy="1026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998589" y="0"/>
              </a:lnTo>
              <a:lnTo>
                <a:pt x="2998589" y="102691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31FDE0-E5DB-432A-A95A-CE9437795464}">
      <dsp:nvSpPr>
        <dsp:cNvPr id="0" name=""/>
        <dsp:cNvSpPr/>
      </dsp:nvSpPr>
      <dsp:spPr>
        <a:xfrm>
          <a:off x="1644848" y="2457946"/>
          <a:ext cx="2998589" cy="102691"/>
        </a:xfrm>
        <a:custGeom>
          <a:avLst/>
          <a:gdLst/>
          <a:ahLst/>
          <a:cxnLst/>
          <a:rect l="0" t="0" r="0" b="0"/>
          <a:pathLst>
            <a:path>
              <a:moveTo>
                <a:pt x="0" y="102691"/>
              </a:moveTo>
              <a:lnTo>
                <a:pt x="2998589" y="102691"/>
              </a:lnTo>
              <a:lnTo>
                <a:pt x="2998589" y="0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BC41F0-2225-4F49-8515-26465A19EC36}">
      <dsp:nvSpPr>
        <dsp:cNvPr id="0" name=""/>
        <dsp:cNvSpPr/>
      </dsp:nvSpPr>
      <dsp:spPr>
        <a:xfrm>
          <a:off x="1644848" y="2560637"/>
          <a:ext cx="1150143" cy="1026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150143" y="0"/>
              </a:lnTo>
              <a:lnTo>
                <a:pt x="1150143" y="102691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4D473F-F845-417C-9B2D-BB9179BC8508}">
      <dsp:nvSpPr>
        <dsp:cNvPr id="0" name=""/>
        <dsp:cNvSpPr/>
      </dsp:nvSpPr>
      <dsp:spPr>
        <a:xfrm>
          <a:off x="1644848" y="2457946"/>
          <a:ext cx="1150143" cy="102691"/>
        </a:xfrm>
        <a:custGeom>
          <a:avLst/>
          <a:gdLst/>
          <a:ahLst/>
          <a:cxnLst/>
          <a:rect l="0" t="0" r="0" b="0"/>
          <a:pathLst>
            <a:path>
              <a:moveTo>
                <a:pt x="0" y="102691"/>
              </a:moveTo>
              <a:lnTo>
                <a:pt x="1150143" y="102691"/>
              </a:lnTo>
              <a:lnTo>
                <a:pt x="1150143" y="0"/>
              </a:lnTo>
            </a:path>
          </a:pathLst>
        </a:cu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BD9606-E8AA-4432-9BB5-5B38EC280D33}">
      <dsp:nvSpPr>
        <dsp:cNvPr id="0" name=""/>
        <dsp:cNvSpPr/>
      </dsp:nvSpPr>
      <dsp:spPr>
        <a:xfrm>
          <a:off x="1785" y="2310070"/>
          <a:ext cx="1643062" cy="5011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CONVOLUTION</a:t>
          </a:r>
          <a:endParaRPr lang="en-IN" sz="1800" b="1" kern="1200" dirty="0"/>
        </a:p>
      </dsp:txBody>
      <dsp:txXfrm>
        <a:off x="1785" y="2310070"/>
        <a:ext cx="1643062" cy="501134"/>
      </dsp:txXfrm>
    </dsp:sp>
    <dsp:sp modelId="{C02AB1DA-21F4-4AF1-9DDF-7656564C908F}">
      <dsp:nvSpPr>
        <dsp:cNvPr id="0" name=""/>
        <dsp:cNvSpPr/>
      </dsp:nvSpPr>
      <dsp:spPr>
        <a:xfrm>
          <a:off x="1973460" y="1956812"/>
          <a:ext cx="1643062" cy="5011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1X1</a:t>
          </a:r>
          <a:endParaRPr lang="en-IN" sz="1800" kern="1200" dirty="0"/>
        </a:p>
      </dsp:txBody>
      <dsp:txXfrm>
        <a:off x="1973460" y="1956812"/>
        <a:ext cx="1643062" cy="501134"/>
      </dsp:txXfrm>
    </dsp:sp>
    <dsp:sp modelId="{02EB66B4-8C2D-47F6-91DB-47143FFEB6FA}">
      <dsp:nvSpPr>
        <dsp:cNvPr id="0" name=""/>
        <dsp:cNvSpPr/>
      </dsp:nvSpPr>
      <dsp:spPr>
        <a:xfrm>
          <a:off x="1973460" y="2663328"/>
          <a:ext cx="1643062" cy="5011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STRIDED</a:t>
          </a:r>
          <a:endParaRPr lang="en-IN" sz="1800" kern="1200" dirty="0"/>
        </a:p>
      </dsp:txBody>
      <dsp:txXfrm>
        <a:off x="1973460" y="2663328"/>
        <a:ext cx="1643062" cy="501134"/>
      </dsp:txXfrm>
    </dsp:sp>
    <dsp:sp modelId="{768C8FA9-C00E-4B72-BDDD-610B415098E1}">
      <dsp:nvSpPr>
        <dsp:cNvPr id="0" name=""/>
        <dsp:cNvSpPr/>
      </dsp:nvSpPr>
      <dsp:spPr>
        <a:xfrm>
          <a:off x="3821906" y="1956812"/>
          <a:ext cx="1643062" cy="5011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DILATED</a:t>
          </a:r>
          <a:endParaRPr lang="en-IN" sz="1800" kern="1200" dirty="0"/>
        </a:p>
      </dsp:txBody>
      <dsp:txXfrm>
        <a:off x="3821906" y="1956812"/>
        <a:ext cx="1643062" cy="501134"/>
      </dsp:txXfrm>
    </dsp:sp>
    <dsp:sp modelId="{76BA85B4-363A-46A8-9718-0F0657146B55}">
      <dsp:nvSpPr>
        <dsp:cNvPr id="0" name=""/>
        <dsp:cNvSpPr/>
      </dsp:nvSpPr>
      <dsp:spPr>
        <a:xfrm>
          <a:off x="3821906" y="2663328"/>
          <a:ext cx="1643062" cy="5011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TRANSPOSED</a:t>
          </a:r>
          <a:endParaRPr lang="en-IN" sz="1800" kern="1200" dirty="0"/>
        </a:p>
      </dsp:txBody>
      <dsp:txXfrm>
        <a:off x="3821906" y="2663328"/>
        <a:ext cx="1643062" cy="501134"/>
      </dsp:txXfrm>
    </dsp:sp>
    <dsp:sp modelId="{05394199-8E5B-414A-AC18-F1E4B084BAE3}">
      <dsp:nvSpPr>
        <dsp:cNvPr id="0" name=""/>
        <dsp:cNvSpPr/>
      </dsp:nvSpPr>
      <dsp:spPr>
        <a:xfrm>
          <a:off x="5670351" y="1956812"/>
          <a:ext cx="1643062" cy="5011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SEPARABLE</a:t>
          </a:r>
          <a:endParaRPr lang="en-IN" sz="1800" kern="1200" dirty="0"/>
        </a:p>
      </dsp:txBody>
      <dsp:txXfrm>
        <a:off x="5670351" y="1956812"/>
        <a:ext cx="1643062" cy="5011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19B94-BA0B-4AA0-9518-42DFA6632375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E5D2-CB0E-4F7A-A85D-8AAE51A04B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840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19B94-BA0B-4AA0-9518-42DFA6632375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E5D2-CB0E-4F7A-A85D-8AAE51A04B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37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19B94-BA0B-4AA0-9518-42DFA6632375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E5D2-CB0E-4F7A-A85D-8AAE51A04B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679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19B94-BA0B-4AA0-9518-42DFA6632375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E5D2-CB0E-4F7A-A85D-8AAE51A04B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426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19B94-BA0B-4AA0-9518-42DFA6632375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E5D2-CB0E-4F7A-A85D-8AAE51A04B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692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19B94-BA0B-4AA0-9518-42DFA6632375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E5D2-CB0E-4F7A-A85D-8AAE51A04B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322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19B94-BA0B-4AA0-9518-42DFA6632375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E5D2-CB0E-4F7A-A85D-8AAE51A04B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448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19B94-BA0B-4AA0-9518-42DFA6632375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E5D2-CB0E-4F7A-A85D-8AAE51A04B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950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19B94-BA0B-4AA0-9518-42DFA6632375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E5D2-CB0E-4F7A-A85D-8AAE51A04B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516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19B94-BA0B-4AA0-9518-42DFA6632375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E5D2-CB0E-4F7A-A85D-8AAE51A04B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054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19B94-BA0B-4AA0-9518-42DFA6632375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BE5D2-CB0E-4F7A-A85D-8AAE51A04B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62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EF719B94-BA0B-4AA0-9518-42DFA6632375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3FCBE5D2-CB0E-4F7A-A85D-8AAE51A04B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5718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F8575-3E6B-7C0A-0DC6-2E736FB656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 4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1FA754-241F-B2E6-7DF8-24176DFE7A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CONVOLUTIONAL NEURAL NETWORKS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200262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43B8A2D-94A5-1D1D-72B6-605E033849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4264479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7908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EAEB12-E8AD-9F46-8702-01AF1D9AA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833" y="0"/>
            <a:ext cx="75043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071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B468D-26F9-39E5-1477-7F5076CA3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82" y="1161358"/>
            <a:ext cx="3434080" cy="4526139"/>
          </a:xfrm>
        </p:spPr>
        <p:txBody>
          <a:bodyPr/>
          <a:lstStyle/>
          <a:p>
            <a:r>
              <a:rPr lang="en-US" b="1" dirty="0"/>
              <a:t>Introduction &amp; Motivation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795CC-0311-104E-76BA-A1DDEDE9A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WHY WE NEED CONVOLUTION?</a:t>
            </a:r>
          </a:p>
          <a:p>
            <a:r>
              <a:rPr lang="en-IN" b="1" dirty="0"/>
              <a:t>Parameter explosion leads to CNN</a:t>
            </a:r>
          </a:p>
          <a:p>
            <a:pPr lvl="0"/>
            <a:r>
              <a:rPr lang="en-IN" b="1" dirty="0"/>
              <a:t>ANN has limitation </a:t>
            </a:r>
            <a:r>
              <a:rPr lang="en-IN" b="1" dirty="0">
                <a:sym typeface="Wingdings" panose="05000000000000000000" pitchFamily="2" charset="2"/>
              </a:rPr>
              <a:t> </a:t>
            </a:r>
            <a:r>
              <a:rPr lang="en-IN" dirty="0"/>
              <a:t>Huge number of parameters </a:t>
            </a:r>
          </a:p>
          <a:p>
            <a:pPr marL="0" lvl="0" indent="0">
              <a:buNone/>
            </a:pPr>
            <a:r>
              <a:rPr lang="en-IN" dirty="0"/>
              <a:t>                                           </a:t>
            </a:r>
            <a:r>
              <a:rPr lang="en-IN" dirty="0">
                <a:sym typeface="Wingdings" panose="05000000000000000000" pitchFamily="2" charset="2"/>
              </a:rPr>
              <a:t>  </a:t>
            </a:r>
            <a:r>
              <a:rPr lang="en-IN" dirty="0"/>
              <a:t>Loss of spatial structure </a:t>
            </a:r>
          </a:p>
          <a:p>
            <a:pPr marL="0" lvl="0" indent="0">
              <a:buNone/>
            </a:pPr>
            <a:r>
              <a:rPr lang="en-IN" dirty="0">
                <a:sym typeface="Wingdings" panose="05000000000000000000" pitchFamily="2" charset="2"/>
              </a:rPr>
              <a:t>                                        </a:t>
            </a:r>
            <a:r>
              <a:rPr lang="en-IN" dirty="0"/>
              <a:t>Poor scalability for images </a:t>
            </a:r>
          </a:p>
          <a:p>
            <a:pPr marL="0" lvl="0" indent="0">
              <a:buNone/>
            </a:pPr>
            <a:r>
              <a:rPr lang="en-IN" dirty="0">
                <a:sym typeface="Wingdings" panose="05000000000000000000" pitchFamily="2" charset="2"/>
              </a:rPr>
              <a:t>                                      </a:t>
            </a:r>
            <a:r>
              <a:rPr lang="en-IN" dirty="0"/>
              <a:t>Same feature may occur at different locations </a:t>
            </a:r>
          </a:p>
          <a:p>
            <a:pPr marL="0" lvl="0" indent="0">
              <a:buNone/>
            </a:pPr>
            <a:r>
              <a:rPr lang="en-IN" dirty="0">
                <a:sym typeface="Wingdings" panose="05000000000000000000" pitchFamily="2" charset="2"/>
              </a:rPr>
              <a:t>                                    </a:t>
            </a:r>
            <a:r>
              <a:rPr lang="en-IN" dirty="0"/>
              <a:t>Requires more training data</a:t>
            </a:r>
          </a:p>
          <a:p>
            <a:endParaRPr lang="en-IN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17199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38AB5-1DA8-6E42-59F6-A1B2F5080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MOTIVATION FOR CONVOLUTION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D9064-D2C5-BD20-5B79-A214DD047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1. Local Connectivity</a:t>
            </a:r>
          </a:p>
          <a:p>
            <a:pPr marL="0" indent="0">
              <a:buNone/>
            </a:pPr>
            <a:r>
              <a:rPr lang="en-IN" dirty="0"/>
              <a:t>A neuron looks only at a small region.</a:t>
            </a:r>
          </a:p>
          <a:p>
            <a:r>
              <a:rPr lang="en-IN" b="1" dirty="0"/>
              <a:t>2. Parameter Sharing</a:t>
            </a:r>
          </a:p>
          <a:p>
            <a:pPr marL="0" indent="0">
              <a:buNone/>
            </a:pPr>
            <a:r>
              <a:rPr lang="en-IN" dirty="0"/>
              <a:t>The same filter is used throughout the image.</a:t>
            </a:r>
          </a:p>
          <a:p>
            <a:r>
              <a:rPr lang="en-IN" b="1" dirty="0"/>
              <a:t>3. Translation Equivariance</a:t>
            </a:r>
          </a:p>
          <a:p>
            <a:pPr marL="0" indent="0">
              <a:buNone/>
            </a:pPr>
            <a:r>
              <a:rPr lang="en-IN" dirty="0"/>
              <a:t>If a feature moves in the image, the convolution can detect it at the new location.</a:t>
            </a:r>
          </a:p>
          <a:p>
            <a:pPr marL="0" indent="0">
              <a:buNone/>
            </a:pPr>
            <a:r>
              <a:rPr lang="en-IN" b="1" dirty="0"/>
              <a:t>Pixels → Edges → Shapes → Parts → Objects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1625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31191-E24A-2368-3CAA-F8B3CAF9E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CONVOLUTION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557AF-8001-F250-AAC8-54E2DDD24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6511" y="864108"/>
            <a:ext cx="7315200" cy="5120640"/>
          </a:xfrm>
        </p:spPr>
        <p:txBody>
          <a:bodyPr/>
          <a:lstStyle/>
          <a:p>
            <a:pPr lvl="0"/>
            <a:r>
              <a:rPr lang="en-IN" dirty="0"/>
              <a:t>Input image </a:t>
            </a:r>
          </a:p>
          <a:p>
            <a:pPr lvl="0"/>
            <a:r>
              <a:rPr lang="en-IN" dirty="0"/>
              <a:t>Kernel/filter </a:t>
            </a:r>
          </a:p>
          <a:p>
            <a:pPr lvl="0"/>
            <a:r>
              <a:rPr lang="en-IN" dirty="0"/>
              <a:t>Element-wise multiplication </a:t>
            </a:r>
          </a:p>
          <a:p>
            <a:pPr lvl="0"/>
            <a:r>
              <a:rPr lang="en-IN" dirty="0"/>
              <a:t>Summation </a:t>
            </a:r>
          </a:p>
          <a:p>
            <a:pPr lvl="0"/>
            <a:r>
              <a:rPr lang="en-IN" dirty="0"/>
              <a:t>Feature map </a:t>
            </a:r>
          </a:p>
          <a:p>
            <a:pPr lvl="0"/>
            <a:r>
              <a:rPr lang="en-IN" dirty="0"/>
              <a:t>Stride </a:t>
            </a:r>
          </a:p>
          <a:p>
            <a:pPr lvl="0"/>
            <a:r>
              <a:rPr lang="en-IN" dirty="0"/>
              <a:t>Padding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449F32-1EDE-3824-CE55-74DB881D0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738" y="5146064"/>
            <a:ext cx="5791200" cy="504825"/>
          </a:xfrm>
          <a:prstGeom prst="rect">
            <a:avLst/>
          </a:prstGeom>
        </p:spPr>
      </p:pic>
      <p:pic>
        <p:nvPicPr>
          <p:cNvPr id="6" name="Picture 5" descr="Deep learning in medical image analysis: introduction to underlying principles and reviewer guide using diagnostic case studies in paediatrics | The BMJ">
            <a:extLst>
              <a:ext uri="{FF2B5EF4-FFF2-40B4-BE49-F238E27FC236}">
                <a16:creationId xmlns:a16="http://schemas.microsoft.com/office/drawing/2014/main" id="{8E08EC37-85B8-6C6F-9D39-1E2459D74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4111" y="1207111"/>
            <a:ext cx="4065736" cy="281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400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F7A9B-06D6-9F5D-2290-8C041D376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CONVOLUTION FILTERS</a:t>
            </a:r>
            <a:endParaRPr lang="en-IN" sz="3200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EB41FC1-CD8B-5108-B595-7A2A8BC589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5988564"/>
              </p:ext>
            </p:extLst>
          </p:nvPr>
        </p:nvGraphicFramePr>
        <p:xfrm>
          <a:off x="3868738" y="2509837"/>
          <a:ext cx="73152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61806047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374956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Filter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Detects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3852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Horizontal edge filter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Horizontal edges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4921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Vertical edge filter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Vertical edges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8235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Blur filter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Smoothness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4087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Sharpening filter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Sharp features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3831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0389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547FD-78ED-61A2-95D2-B9F1F5CD6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Convolutional output size numerical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BC552-073B-7A9D-1244-41ED4DBF0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= N-F+2P</a:t>
            </a:r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91BBE25-48AD-4F6B-3F92-8B1740C84A40}"/>
              </a:ext>
            </a:extLst>
          </p:cNvPr>
          <p:cNvCxnSpPr/>
          <p:nvPr/>
        </p:nvCxnSpPr>
        <p:spPr>
          <a:xfrm>
            <a:off x="4579815" y="3571631"/>
            <a:ext cx="711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07ECA38-0B43-5E79-9B43-6ED0D38421B4}"/>
              </a:ext>
            </a:extLst>
          </p:cNvPr>
          <p:cNvSpPr txBox="1"/>
          <p:nvPr/>
        </p:nvSpPr>
        <p:spPr>
          <a:xfrm>
            <a:off x="4769083" y="3571631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</a:t>
            </a:r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BEC115-F4A3-1A7C-40F7-9A48FF48E555}"/>
              </a:ext>
            </a:extLst>
          </p:cNvPr>
          <p:cNvSpPr txBox="1"/>
          <p:nvPr/>
        </p:nvSpPr>
        <p:spPr>
          <a:xfrm>
            <a:off x="5332152" y="3303289"/>
            <a:ext cx="4315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+1</a:t>
            </a:r>
            <a:endParaRPr lang="en-I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21008B-40B6-41DF-0468-DDE65D227C2A}"/>
              </a:ext>
            </a:extLst>
          </p:cNvPr>
          <p:cNvSpPr txBox="1"/>
          <p:nvPr/>
        </p:nvSpPr>
        <p:spPr>
          <a:xfrm flipH="1">
            <a:off x="6137762" y="3041710"/>
            <a:ext cx="20018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Input pixel size        F= Filter size</a:t>
            </a:r>
          </a:p>
          <a:p>
            <a:r>
              <a:rPr lang="en-US" dirty="0"/>
              <a:t>P = Padding size </a:t>
            </a:r>
          </a:p>
          <a:p>
            <a:r>
              <a:rPr lang="en-US" dirty="0"/>
              <a:t>S = Stride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4AD058-4BCE-5C95-E2CC-C15F298814C1}"/>
              </a:ext>
            </a:extLst>
          </p:cNvPr>
          <p:cNvSpPr txBox="1"/>
          <p:nvPr/>
        </p:nvSpPr>
        <p:spPr>
          <a:xfrm>
            <a:off x="3995616" y="4374729"/>
            <a:ext cx="609990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Question</a:t>
            </a:r>
          </a:p>
          <a:p>
            <a:pPr>
              <a:buNone/>
            </a:pPr>
            <a:r>
              <a:rPr lang="en-IN" dirty="0"/>
              <a:t>An image of size </a:t>
            </a:r>
            <a:r>
              <a:rPr lang="en-IN" b="1" dirty="0"/>
              <a:t>28 × 28</a:t>
            </a:r>
            <a:r>
              <a:rPr lang="en-IN" dirty="0"/>
              <a:t> is convolved with a </a:t>
            </a:r>
            <a:r>
              <a:rPr lang="en-IN" b="1" dirty="0"/>
              <a:t>3 × 3 filter</a:t>
            </a:r>
            <a:r>
              <a:rPr lang="en-IN" dirty="0"/>
              <a:t>, using: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Stride = 1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Padding = 0 </a:t>
            </a:r>
          </a:p>
          <a:p>
            <a:pPr>
              <a:buNone/>
            </a:pPr>
            <a:r>
              <a:rPr lang="en-IN" dirty="0"/>
              <a:t>Find the output size.</a:t>
            </a:r>
          </a:p>
        </p:txBody>
      </p:sp>
    </p:spTree>
    <p:extLst>
      <p:ext uri="{BB962C8B-B14F-4D97-AF65-F5344CB8AC3E}">
        <p14:creationId xmlns:p14="http://schemas.microsoft.com/office/powerpoint/2010/main" val="4091054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C7966-B1D5-B668-860A-62CB9483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NUMERICALS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81F6D8-FEE5-2138-989F-BEEA8DE8C8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3613" y="1262062"/>
            <a:ext cx="5505450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64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EF442-D330-E435-A1B7-9B7DD48CD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POOLING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AA485-E483-D471-1EDC-A16DD5DB0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Pooling and Dimensionality Reduction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6004D14-1BB0-A4CC-007C-F7409C3941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096399"/>
              </p:ext>
            </p:extLst>
          </p:nvPr>
        </p:nvGraphicFramePr>
        <p:xfrm>
          <a:off x="3943383" y="3663101"/>
          <a:ext cx="73152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374313797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40474866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Max Pooling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Average Pooling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5239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Selects strongest activation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Computes average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1362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Preserves prominent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Smooths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994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Common in traditional CNNs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Used in several architectures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7046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6988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32E97-B380-E6F6-20C0-93F3557E2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Convolution &amp; Pooling as an infinitely strong prior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32207-05BE-C2B0-F358-AAFD4D80F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How CNNs use prior knowledge to learn images efficiently</a:t>
            </a:r>
          </a:p>
          <a:p>
            <a:r>
              <a:rPr lang="en-IN" dirty="0"/>
              <a:t>Prior = Assumption before learning</a:t>
            </a:r>
          </a:p>
        </p:txBody>
      </p:sp>
    </p:spTree>
    <p:extLst>
      <p:ext uri="{BB962C8B-B14F-4D97-AF65-F5344CB8AC3E}">
        <p14:creationId xmlns:p14="http://schemas.microsoft.com/office/powerpoint/2010/main" val="3891448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DBD58-C1E1-F450-E79D-E3391ADF1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Inductive Bias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66EEC-4427-500E-179C-5C9B0B731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Inductive bias = assumptions that help a learning algorithm generalize from limited data.</a:t>
            </a:r>
          </a:p>
        </p:txBody>
      </p:sp>
    </p:spTree>
    <p:extLst>
      <p:ext uri="{BB962C8B-B14F-4D97-AF65-F5344CB8AC3E}">
        <p14:creationId xmlns:p14="http://schemas.microsoft.com/office/powerpoint/2010/main" val="3219705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1B576-E323-3B1D-F85C-432040A6A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CNN’S STRONG PRIOR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DDB07-69B5-6384-67A3-6E4FC303D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Locality</a:t>
            </a:r>
          </a:p>
          <a:p>
            <a:r>
              <a:rPr lang="en-US" dirty="0"/>
              <a:t>Parameter Sharing</a:t>
            </a:r>
          </a:p>
          <a:p>
            <a:r>
              <a:rPr lang="en-US" dirty="0"/>
              <a:t>Spatial </a:t>
            </a:r>
            <a:r>
              <a:rPr lang="en-IN" dirty="0"/>
              <a:t>hierarchy</a:t>
            </a:r>
          </a:p>
          <a:p>
            <a:r>
              <a:rPr lang="en-IN" dirty="0"/>
              <a:t>Pooling / </a:t>
            </a:r>
            <a:r>
              <a:rPr lang="en-IN" dirty="0" err="1"/>
              <a:t>downsampling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4956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CDFC7-EE41-A3F7-73F1-3360F544F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Prior 1 #Locality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66D50-693F-6B2F-4FEF-92292F23A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CNN assumes that local regions contain useful information</a:t>
            </a:r>
          </a:p>
        </p:txBody>
      </p:sp>
    </p:spTree>
    <p:extLst>
      <p:ext uri="{BB962C8B-B14F-4D97-AF65-F5344CB8AC3E}">
        <p14:creationId xmlns:p14="http://schemas.microsoft.com/office/powerpoint/2010/main" val="1969011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58024-F1F6-45F6-6709-E5DDCFF4A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Prior 2 Parameter sharing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44A5C-3DC7-B548-F52C-43C60A2BB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Parameter sharing allows the same filter to detect the same feature at different locations.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8016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F51F9-026C-8245-C1A0-A1B87A72B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if there is no parameter sharing?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C84913-4482-308D-D5D4-D6EF1317FF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33714" y="2005401"/>
            <a:ext cx="1981200" cy="188595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BD5F72-3C14-4760-B495-40FB6C7D5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463" y="2053026"/>
            <a:ext cx="2200275" cy="17907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BCCB06-B426-2ADB-3B49-18178821DE7A}"/>
              </a:ext>
            </a:extLst>
          </p:cNvPr>
          <p:cNvSpPr txBox="1"/>
          <p:nvPr/>
        </p:nvSpPr>
        <p:spPr>
          <a:xfrm>
            <a:off x="5421086" y="5001208"/>
            <a:ext cx="3401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Which requires more parameters?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8739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F80BC-572D-8EE5-9E9F-E8E3A1EB8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Prior 3 </a:t>
            </a:r>
            <a:r>
              <a:rPr lang="en-IN" b="1" dirty="0"/>
              <a:t>Hierarchical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C9613-795D-6E03-CAA9-092D79242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CNN assumes that complex visual concepts can be constructed from simpler local features</a:t>
            </a:r>
          </a:p>
        </p:txBody>
      </p:sp>
    </p:spTree>
    <p:extLst>
      <p:ext uri="{BB962C8B-B14F-4D97-AF65-F5344CB8AC3E}">
        <p14:creationId xmlns:p14="http://schemas.microsoft.com/office/powerpoint/2010/main" val="1455500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0A35C-BBD0-EB7A-3925-42DDF99A6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Infinitely Strong Prior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563EC-12F0-995F-8BAA-7BA100F18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constrained to follow certain assumptions</a:t>
            </a:r>
          </a:p>
          <a:p>
            <a:r>
              <a:rPr lang="en-IN" dirty="0"/>
              <a:t>Architectural Constraint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EACC0A-809F-BEB6-37A9-37ABD1739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4494" y="4114314"/>
            <a:ext cx="2590800" cy="96202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048271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65211-1F30-2CB5-FEF3-7A733855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Pooling as prior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16449-6490-6417-0E8F-6AB949ADA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Assumption: </a:t>
            </a:r>
            <a:r>
              <a:rPr lang="en-IN" dirty="0"/>
              <a:t>Small changes in exact feature location may not matter for the final decision</a:t>
            </a:r>
          </a:p>
          <a:p>
            <a:r>
              <a:rPr lang="en-IN" dirty="0"/>
              <a:t>I care more about whether a </a:t>
            </a:r>
            <a:r>
              <a:rPr lang="en-IN" b="1" dirty="0"/>
              <a:t>strong feature exists </a:t>
            </a:r>
            <a:r>
              <a:rPr lang="en-IN" dirty="0"/>
              <a:t>in this region than its </a:t>
            </a:r>
            <a:r>
              <a:rPr lang="en-IN" b="1" dirty="0"/>
              <a:t>exact pixel-level location</a:t>
            </a:r>
            <a:r>
              <a:rPr lang="en-IN" dirty="0"/>
              <a:t>. </a:t>
            </a:r>
            <a:r>
              <a:rPr lang="en-IN" dirty="0">
                <a:sym typeface="Wingdings" panose="05000000000000000000" pitchFamily="2" charset="2"/>
              </a:rPr>
              <a:t> MAX POOLING IDEA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85534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19902-81EE-5D7B-7737-2E9282177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CONVOLUTION + POOLING</a:t>
            </a:r>
            <a:endParaRPr lang="en-IN" sz="32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FA8A74-9070-3794-C16B-A9A34EC112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40726" y="1383652"/>
            <a:ext cx="2705100" cy="383857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610E79-2FE1-822C-327C-72C08CEB3B3B}"/>
              </a:ext>
            </a:extLst>
          </p:cNvPr>
          <p:cNvSpPr txBox="1"/>
          <p:nvPr/>
        </p:nvSpPr>
        <p:spPr>
          <a:xfrm>
            <a:off x="4385387" y="5847575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Reason why CNN usually is  better suited for images</a:t>
            </a:r>
          </a:p>
        </p:txBody>
      </p:sp>
    </p:spTree>
    <p:extLst>
      <p:ext uri="{BB962C8B-B14F-4D97-AF65-F5344CB8AC3E}">
        <p14:creationId xmlns:p14="http://schemas.microsoft.com/office/powerpoint/2010/main" val="8924105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F550A-E783-FA3F-F210-A590A4C8C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CNN DETECTION</a:t>
            </a:r>
            <a:endParaRPr lang="en-IN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EBE44D-D73F-BD95-FBF9-4AF29484265D}"/>
              </a:ext>
            </a:extLst>
          </p:cNvPr>
          <p:cNvSpPr/>
          <p:nvPr/>
        </p:nvSpPr>
        <p:spPr>
          <a:xfrm>
            <a:off x="4142792" y="2108718"/>
            <a:ext cx="1782147" cy="7931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SMALL FEATURES</a:t>
            </a:r>
            <a:endParaRPr lang="en-IN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7C7707-3861-1FF6-45B2-5DC82D8C358A}"/>
              </a:ext>
            </a:extLst>
          </p:cNvPr>
          <p:cNvSpPr/>
          <p:nvPr/>
        </p:nvSpPr>
        <p:spPr>
          <a:xfrm>
            <a:off x="4142791" y="3559630"/>
            <a:ext cx="1782147" cy="7931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HIGHER FEATURES</a:t>
            </a:r>
            <a:endParaRPr lang="en-IN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7FD383-8B01-E1D7-4B81-B75B98EFA844}"/>
              </a:ext>
            </a:extLst>
          </p:cNvPr>
          <p:cNvSpPr/>
          <p:nvPr/>
        </p:nvSpPr>
        <p:spPr>
          <a:xfrm>
            <a:off x="4142791" y="5078963"/>
            <a:ext cx="1782147" cy="7931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OBJECT</a:t>
            </a:r>
            <a:endParaRPr lang="en-IN" b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8024DA5-EC7D-8540-1045-E2DBB24898E0}"/>
              </a:ext>
            </a:extLst>
          </p:cNvPr>
          <p:cNvCxnSpPr>
            <a:stCxn id="4" idx="3"/>
          </p:cNvCxnSpPr>
          <p:nvPr/>
        </p:nvCxnSpPr>
        <p:spPr>
          <a:xfrm>
            <a:off x="5924939" y="2505269"/>
            <a:ext cx="11663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58CB59F-C114-0CB1-CAFF-A2B1900A23E5}"/>
              </a:ext>
            </a:extLst>
          </p:cNvPr>
          <p:cNvCxnSpPr/>
          <p:nvPr/>
        </p:nvCxnSpPr>
        <p:spPr>
          <a:xfrm>
            <a:off x="5924938" y="3956181"/>
            <a:ext cx="11663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DBEF606-55EE-CA07-F354-7DE9A8ED252A}"/>
              </a:ext>
            </a:extLst>
          </p:cNvPr>
          <p:cNvCxnSpPr/>
          <p:nvPr/>
        </p:nvCxnSpPr>
        <p:spPr>
          <a:xfrm>
            <a:off x="5924938" y="5467738"/>
            <a:ext cx="11663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1C77E54E-12F0-8F89-9639-E1A91FBC4952}"/>
              </a:ext>
            </a:extLst>
          </p:cNvPr>
          <p:cNvSpPr/>
          <p:nvPr/>
        </p:nvSpPr>
        <p:spPr>
          <a:xfrm>
            <a:off x="7408506" y="2108718"/>
            <a:ext cx="1782147" cy="94238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EDGES, CURVES </a:t>
            </a:r>
            <a:r>
              <a:rPr lang="en-US" dirty="0" err="1"/>
              <a:t>etc</a:t>
            </a:r>
            <a:endParaRPr lang="en-IN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45D331C-85E6-ECA1-B60A-9CA4CF6DA86A}"/>
              </a:ext>
            </a:extLst>
          </p:cNvPr>
          <p:cNvSpPr/>
          <p:nvPr/>
        </p:nvSpPr>
        <p:spPr>
          <a:xfrm>
            <a:off x="7476930" y="3556518"/>
            <a:ext cx="1782147" cy="94238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Ears, nose,</a:t>
            </a:r>
          </a:p>
          <a:p>
            <a:pPr algn="ctr"/>
            <a:r>
              <a:rPr lang="en-US" dirty="0" err="1"/>
              <a:t>etc</a:t>
            </a:r>
            <a:endParaRPr lang="en-IN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96E72C4-DE56-7A2A-1BD9-A15B0F8E1DE6}"/>
              </a:ext>
            </a:extLst>
          </p:cNvPr>
          <p:cNvSpPr/>
          <p:nvPr/>
        </p:nvSpPr>
        <p:spPr>
          <a:xfrm>
            <a:off x="7476930" y="5063412"/>
            <a:ext cx="1782147" cy="94238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CAT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70900F-3FE7-7513-A406-1E7692E987AA}"/>
              </a:ext>
            </a:extLst>
          </p:cNvPr>
          <p:cNvSpPr txBox="1"/>
          <p:nvPr/>
        </p:nvSpPr>
        <p:spPr>
          <a:xfrm>
            <a:off x="9909110" y="3771515"/>
            <a:ext cx="1782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CNN hierarchy</a:t>
            </a:r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D85F3225-CF76-7562-54C1-5813EE709E3F}"/>
              </a:ext>
            </a:extLst>
          </p:cNvPr>
          <p:cNvSpPr/>
          <p:nvPr/>
        </p:nvSpPr>
        <p:spPr>
          <a:xfrm>
            <a:off x="9554547" y="2332653"/>
            <a:ext cx="354563" cy="328437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61061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734BC-C4C5-E211-9C7D-1BD7FE7B9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MEMORY DIAGRAM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CA7109-E785-776C-F913-60F40C1592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12527" y="1795653"/>
            <a:ext cx="2924175" cy="325755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3614684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3358E-F2B1-18A4-23CC-A2B0C95BC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Variants of the Basic Convolution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4A46F-B534-5021-DC80-9A209FB71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Different ways of looking at an image</a:t>
            </a:r>
          </a:p>
        </p:txBody>
      </p:sp>
    </p:spTree>
    <p:extLst>
      <p:ext uri="{BB962C8B-B14F-4D97-AF65-F5344CB8AC3E}">
        <p14:creationId xmlns:p14="http://schemas.microsoft.com/office/powerpoint/2010/main" val="16353665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931A7-6672-3740-B2BE-C2EA70598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Do We Need Variants?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58287-857E-3670-0124-B13F38500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Different convolution variants are designed for different purposes</a:t>
            </a:r>
          </a:p>
        </p:txBody>
      </p:sp>
    </p:spTree>
    <p:extLst>
      <p:ext uri="{BB962C8B-B14F-4D97-AF65-F5344CB8AC3E}">
        <p14:creationId xmlns:p14="http://schemas.microsoft.com/office/powerpoint/2010/main" val="12933464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9AE7D-50AB-A4B4-6883-947133709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5 CNN VARIANTS</a:t>
            </a:r>
            <a:endParaRPr lang="en-IN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22F7D3-01A4-F05C-1224-CF9F944DD1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2026164"/>
              </p:ext>
            </p:extLst>
          </p:nvPr>
        </p:nvGraphicFramePr>
        <p:xfrm>
          <a:off x="3868738" y="863600"/>
          <a:ext cx="7315200" cy="5121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19749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866D5-929E-DF8A-CC48-37234A207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1X1 CONVOLUTION</a:t>
            </a: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FE21E-95AF-0B1F-60E1-FE05878FC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3837" y="2533783"/>
            <a:ext cx="7315200" cy="1609010"/>
          </a:xfrm>
        </p:spPr>
        <p:txBody>
          <a:bodyPr/>
          <a:lstStyle/>
          <a:p>
            <a:r>
              <a:rPr lang="en-IN" dirty="0"/>
              <a:t>1×1 convolution operates across channels.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                       </a:t>
            </a:r>
            <a:r>
              <a:rPr lang="en-IN" b="1" dirty="0">
                <a:solidFill>
                  <a:schemeClr val="accent6"/>
                </a:solidFill>
              </a:rPr>
              <a:t>Mixing of channels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6A63B0-00D3-5CBF-EC83-FAFCA4C0F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0646" y="485965"/>
            <a:ext cx="3181350" cy="587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8554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EB2D2-A5D2-BD83-015C-479018856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STRIDED CONVOLUTION</a:t>
            </a: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6F7E8-FAC3-F45B-9798-7ECC5C85D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648" y="2851528"/>
            <a:ext cx="7315200" cy="992684"/>
          </a:xfrm>
        </p:spPr>
        <p:txBody>
          <a:bodyPr/>
          <a:lstStyle/>
          <a:p>
            <a:r>
              <a:rPr lang="en-US" dirty="0"/>
              <a:t>S</a:t>
            </a:r>
            <a:r>
              <a:rPr lang="en-IN" dirty="0" err="1"/>
              <a:t>trided</a:t>
            </a:r>
            <a:r>
              <a:rPr lang="en-IN" dirty="0"/>
              <a:t> convolution can perform </a:t>
            </a:r>
            <a:r>
              <a:rPr lang="en-IN" b="1" dirty="0" err="1">
                <a:solidFill>
                  <a:schemeClr val="accent6"/>
                </a:solidFill>
              </a:rPr>
              <a:t>downsampling</a:t>
            </a:r>
            <a:r>
              <a:rPr lang="en-IN" b="1" dirty="0">
                <a:solidFill>
                  <a:schemeClr val="accent6"/>
                </a:solidFill>
              </a:rPr>
              <a:t> while learning features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FD0F38-C5C1-C404-E15F-1292B7C6B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5372" y="3844212"/>
            <a:ext cx="1828800" cy="221932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9017853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E3284-86DA-C084-DC2B-0269A9CD4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DILATED CONVOLUTION</a:t>
            </a: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21DA1-170D-90A7-2DDF-2C72A503B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Larger receptive field without proportionally increasing parameters</a:t>
            </a:r>
          </a:p>
          <a:p>
            <a:pPr lvl="0"/>
            <a:r>
              <a:rPr lang="en-IN" dirty="0"/>
              <a:t>Semantic segmentation </a:t>
            </a:r>
          </a:p>
          <a:p>
            <a:pPr lvl="0"/>
            <a:r>
              <a:rPr lang="en-IN" dirty="0"/>
              <a:t>Dense prediction </a:t>
            </a:r>
          </a:p>
          <a:p>
            <a:pPr lvl="0"/>
            <a:r>
              <a:rPr lang="en-IN" dirty="0"/>
              <a:t>Audio/time-series applications </a:t>
            </a:r>
          </a:p>
          <a:p>
            <a:pPr lvl="0"/>
            <a:r>
              <a:rPr lang="en-IN" dirty="0"/>
              <a:t>Tasks requiring wider context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6"/>
                </a:solidFill>
              </a:rPr>
              <a:t>                    Look farther without adding many more weights</a:t>
            </a:r>
          </a:p>
        </p:txBody>
      </p:sp>
    </p:spTree>
    <p:extLst>
      <p:ext uri="{BB962C8B-B14F-4D97-AF65-F5344CB8AC3E}">
        <p14:creationId xmlns:p14="http://schemas.microsoft.com/office/powerpoint/2010/main" val="20705091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CE795-4824-D1E4-9F1A-DBCEEFB43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TRANSPOSED CONVOLUTION</a:t>
            </a: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413B7-3470-2C74-36F7-4A8E77E2A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3366" y="864108"/>
            <a:ext cx="7315200" cy="5120640"/>
          </a:xfrm>
        </p:spPr>
        <p:txBody>
          <a:bodyPr/>
          <a:lstStyle/>
          <a:p>
            <a:r>
              <a:rPr lang="en-IN" dirty="0"/>
              <a:t>increase spatial dimensions </a:t>
            </a:r>
          </a:p>
          <a:p>
            <a:r>
              <a:rPr lang="en-IN" dirty="0">
                <a:solidFill>
                  <a:schemeClr val="tx1"/>
                </a:solidFill>
              </a:rPr>
              <a:t>LARGER FEATURE MAP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6"/>
                </a:solidFill>
              </a:rPr>
              <a:t>                              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6"/>
                </a:solidFill>
              </a:rPr>
              <a:t>Transposed convolution = Learnable </a:t>
            </a:r>
            <a:r>
              <a:rPr lang="en-IN" b="1" dirty="0" err="1">
                <a:solidFill>
                  <a:schemeClr val="accent6"/>
                </a:solidFill>
              </a:rPr>
              <a:t>upsampling</a:t>
            </a:r>
            <a:endParaRPr lang="en-IN" b="1" dirty="0">
              <a:solidFill>
                <a:schemeClr val="accent6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61061D-DC5C-410B-48E2-0A6189E0A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9466" y="2368420"/>
            <a:ext cx="1790700" cy="2438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515913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F6F2A-395E-5A96-4B4F-7304A4E89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SEPARABLE CONVOLUTION</a:t>
            </a:r>
            <a:endParaRPr lang="en-IN" sz="32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CD9C5-F5CA-D6A1-EECD-0BF2E397D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Two steps:</a:t>
            </a:r>
          </a:p>
          <a:p>
            <a:pPr marL="0" indent="0">
              <a:buNone/>
            </a:pPr>
            <a:r>
              <a:rPr lang="en-IN" b="1" dirty="0"/>
              <a:t>Step 1 — </a:t>
            </a:r>
            <a:r>
              <a:rPr lang="en-IN" b="1" dirty="0" err="1"/>
              <a:t>Depthwise</a:t>
            </a:r>
            <a:r>
              <a:rPr lang="en-IN" b="1" dirty="0"/>
              <a:t> convolution</a:t>
            </a:r>
          </a:p>
          <a:p>
            <a:r>
              <a:rPr lang="en-IN" dirty="0"/>
              <a:t>Each channel gets its own spatial filter.</a:t>
            </a:r>
          </a:p>
          <a:p>
            <a:pPr marL="0" indent="0">
              <a:buNone/>
            </a:pPr>
            <a:r>
              <a:rPr lang="en-IN" b="1" dirty="0"/>
              <a:t>Step 2 — Pointwise convolution</a:t>
            </a:r>
          </a:p>
          <a:p>
            <a:r>
              <a:rPr lang="en-IN" dirty="0"/>
              <a:t>A 1×1 convolution combines information across channels.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6AF308-AFFD-21F7-EAD8-A568B34CB9F7}"/>
              </a:ext>
            </a:extLst>
          </p:cNvPr>
          <p:cNvSpPr txBox="1"/>
          <p:nvPr/>
        </p:nvSpPr>
        <p:spPr>
          <a:xfrm>
            <a:off x="3974841" y="4522628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fewer parameters and computations.</a:t>
            </a:r>
          </a:p>
        </p:txBody>
      </p:sp>
    </p:spTree>
    <p:extLst>
      <p:ext uri="{BB962C8B-B14F-4D97-AF65-F5344CB8AC3E}">
        <p14:creationId xmlns:p14="http://schemas.microsoft.com/office/powerpoint/2010/main" val="16740389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A9314-4FC1-D9FF-C035-C3090EA0E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COMPARING THE VARIANTS</a:t>
            </a:r>
            <a:endParaRPr lang="en-IN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89B7739-70A2-D7DA-E2B5-51EFCC40E5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1818511"/>
              </p:ext>
            </p:extLst>
          </p:nvPr>
        </p:nvGraphicFramePr>
        <p:xfrm>
          <a:off x="3812754" y="2429594"/>
          <a:ext cx="731520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363303280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9933042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00B0F0"/>
                          </a:solidFill>
                        </a:rPr>
                        <a:t>Variant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00B0F0"/>
                          </a:solidFill>
                        </a:rPr>
                        <a:t>Main 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43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1×1 convolution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Channel mixing / channel reduction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996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Strided convolution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Downsampling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0033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Dilated convolution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Increase receptive field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3844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Transposed convolution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Learnable upsampling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284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Separable convolution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Reduce parameters/computation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9533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12691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4BB5F-4B1E-E3A3-6E91-FE624D5B8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STRUCTURED OUTPUTS</a:t>
            </a:r>
            <a:endParaRPr lang="en-IN" sz="32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AE8BBB-5CBA-35C8-7E5C-0B425829FF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30713" y="990600"/>
            <a:ext cx="6191250" cy="486727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1115055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A7913-A822-BB37-86FB-1A514693F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TYPES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32A41-C074-D7B1-021C-5E6064B41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8639" y="1105495"/>
            <a:ext cx="7315200" cy="2000390"/>
          </a:xfrm>
        </p:spPr>
        <p:txBody>
          <a:bodyPr/>
          <a:lstStyle/>
          <a:p>
            <a:r>
              <a:rPr lang="en-IN" dirty="0"/>
              <a:t>“What kind of data are we processing?”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8A641A6-4F09-410A-0BF5-B162284AB7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102516"/>
              </p:ext>
            </p:extLst>
          </p:nvPr>
        </p:nvGraphicFramePr>
        <p:xfrm>
          <a:off x="3627534" y="3010436"/>
          <a:ext cx="8127999" cy="2471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44696698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97806351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333647"/>
                    </a:ext>
                  </a:extLst>
                </a:gridCol>
              </a:tblGrid>
              <a:tr h="550911">
                <a:tc>
                  <a:txBody>
                    <a:bodyPr/>
                    <a:lstStyle/>
                    <a:p>
                      <a:r>
                        <a:rPr lang="en-IN" dirty="0"/>
                        <a:t>CNN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</a:t>
                      </a:r>
                      <a:r>
                        <a:rPr lang="en-IN" dirty="0" err="1"/>
                        <a:t>nput</a:t>
                      </a:r>
                      <a:r>
                        <a:rPr lang="en-IN" dirty="0"/>
                        <a:t> 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Typical application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405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1D 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 sequence of sensor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Time-series forecasting, ECG analysis, audio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3638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2D 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Height × width image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</a:t>
                      </a:r>
                      <a:r>
                        <a:rPr lang="en-IN" dirty="0"/>
                        <a:t>mage classification, object recognition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4662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3D 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Depth × height × width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CT/MRI volume analysis, video action recognition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6771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04227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67944-48A8-3DCE-3049-3C6B819A4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CONVOLUTION ALGORITHMS</a:t>
            </a: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546CE-E6F7-09B6-670D-E27A8B30B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2474" y="733479"/>
            <a:ext cx="7315200" cy="3227366"/>
          </a:xfrm>
        </p:spPr>
        <p:txBody>
          <a:bodyPr/>
          <a:lstStyle/>
          <a:p>
            <a:r>
              <a:rPr lang="en-IN" dirty="0"/>
              <a:t>CNNs repeatedly perform convolution across many pixels, channels and filters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E3F5127-A59E-DB4F-4349-A5A08CF82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474" y="2771192"/>
            <a:ext cx="8170122" cy="288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0210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F621A-6A0B-582A-8402-6BBC6E592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97D2F4-A20D-F16A-CE7D-E830EB2F9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988" y="1856792"/>
            <a:ext cx="8201986" cy="3682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7361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FF316-C228-2BA2-36F3-840EA1FCE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History of DL CNN’s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61BB3A-A741-0551-0BE2-03AD8AE053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8738" y="1199512"/>
            <a:ext cx="7315200" cy="4449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38476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448</TotalTime>
  <Words>690</Words>
  <Application>Microsoft Office PowerPoint</Application>
  <PresentationFormat>Widescreen</PresentationFormat>
  <Paragraphs>171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Corbel</vt:lpstr>
      <vt:lpstr>Wingdings</vt:lpstr>
      <vt:lpstr>Wingdings 2</vt:lpstr>
      <vt:lpstr>Frame</vt:lpstr>
      <vt:lpstr>MODULE 4</vt:lpstr>
      <vt:lpstr>PowerPoint Presentation</vt:lpstr>
      <vt:lpstr>PowerPoint Presentation</vt:lpstr>
      <vt:lpstr>Introduction &amp; Motivation</vt:lpstr>
      <vt:lpstr>MOTIVATION FOR CONVOLUTION</vt:lpstr>
      <vt:lpstr>CONVOLUTION OPERATION</vt:lpstr>
      <vt:lpstr>CONVOLUTION FILTERS</vt:lpstr>
      <vt:lpstr>Convolutional output size numerical</vt:lpstr>
      <vt:lpstr>NUMERICALS</vt:lpstr>
      <vt:lpstr>POOLING</vt:lpstr>
      <vt:lpstr>Convolution &amp; Pooling as an infinitely strong prior</vt:lpstr>
      <vt:lpstr>Inductive Bias</vt:lpstr>
      <vt:lpstr>CNN’S STRONG PRIOR</vt:lpstr>
      <vt:lpstr>Prior 1 #Locality</vt:lpstr>
      <vt:lpstr>Prior 2 Parameter sharing</vt:lpstr>
      <vt:lpstr>What if there is no parameter sharing?</vt:lpstr>
      <vt:lpstr>Prior 3 Hierarchical Features</vt:lpstr>
      <vt:lpstr>Infinitely Strong Prior</vt:lpstr>
      <vt:lpstr>Pooling as prior</vt:lpstr>
      <vt:lpstr>CONVOLUTION + POOLING</vt:lpstr>
      <vt:lpstr>CNN DETECTION</vt:lpstr>
      <vt:lpstr>MEMORY DIAGRAM</vt:lpstr>
      <vt:lpstr>Variants of the Basic Convolution Function</vt:lpstr>
      <vt:lpstr>Why Do We Need Variants?</vt:lpstr>
      <vt:lpstr>5 CNN VARIANTS</vt:lpstr>
      <vt:lpstr>1X1 CONVOLUTION</vt:lpstr>
      <vt:lpstr>STRIDED CONVOLUTION</vt:lpstr>
      <vt:lpstr>DILATED CONVOLUTION</vt:lpstr>
      <vt:lpstr>TRANSPOSED CONVOLUTION</vt:lpstr>
      <vt:lpstr>SEPARABLE CONVOLUTION</vt:lpstr>
      <vt:lpstr>COMPARING THE VARIANTS</vt:lpstr>
      <vt:lpstr>STRUCTURED OUTPUTS</vt:lpstr>
      <vt:lpstr>DATA TYPES</vt:lpstr>
      <vt:lpstr>CONVOLUTION ALGORITHMS</vt:lpstr>
      <vt:lpstr>COMPARISON</vt:lpstr>
      <vt:lpstr>History of DL CNN’s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Ranjani Pradeep</dc:creator>
  <cp:lastModifiedBy>Ranjani Pradeep</cp:lastModifiedBy>
  <cp:revision>94</cp:revision>
  <dcterms:created xsi:type="dcterms:W3CDTF">2026-09-30T14:36:53Z</dcterms:created>
  <dcterms:modified xsi:type="dcterms:W3CDTF">2026-10-09T05:59:20Z</dcterms:modified>
</cp:coreProperties>
</file>